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75" r:id="rId3"/>
  </p:sldIdLst>
  <p:sldSz cx="12192000" cy="6858000"/>
  <p:notesSz cx="6797675" cy="9928225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08" userDrawn="1">
          <p15:clr>
            <a:srgbClr val="A4A3A4"/>
          </p15:clr>
        </p15:guide>
        <p15:guide id="3" orient="horz" pos="2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C98"/>
    <a:srgbClr val="BD150D"/>
    <a:srgbClr val="000000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58" autoAdjust="0"/>
    <p:restoredTop sz="95179" autoAdjust="0"/>
  </p:normalViewPr>
  <p:slideViewPr>
    <p:cSldViewPr snapToGrid="0" showGuides="1">
      <p:cViewPr varScale="1">
        <p:scale>
          <a:sx n="67" d="100"/>
          <a:sy n="67" d="100"/>
        </p:scale>
        <p:origin x="82" y="206"/>
      </p:cViewPr>
      <p:guideLst>
        <p:guide pos="3808"/>
        <p:guide orient="horz" pos="215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74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8E2425-2334-452A-AB10-6B69A2EB59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8600A-C151-4D79-9D3C-885848DF979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页">
    <p:bg>
      <p:bgPr>
        <a:blipFill rotWithShape="1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816353" y="202458"/>
            <a:ext cx="2164976" cy="82908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29" tIns="49529" rIns="49529" bIns="49529" numCol="1" spcCol="38100" rtlCol="0" anchor="ctr">
            <a:noAutofit/>
          </a:bodyPr>
          <a:lstStyle/>
          <a:p>
            <a:pPr marL="0" marR="0" indent="0" algn="l" defTabSz="990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95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文本占位符 22"/>
          <p:cNvSpPr>
            <a:spLocks noGrp="1"/>
          </p:cNvSpPr>
          <p:nvPr>
            <p:ph type="body" sz="quarter" idx="10"/>
          </p:nvPr>
        </p:nvSpPr>
        <p:spPr>
          <a:xfrm>
            <a:off x="1223876" y="2756230"/>
            <a:ext cx="9744253" cy="12488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2" name="文本占位符 27"/>
          <p:cNvSpPr>
            <a:spLocks noGrp="1"/>
          </p:cNvSpPr>
          <p:nvPr>
            <p:ph type="body" sz="quarter" idx="12"/>
          </p:nvPr>
        </p:nvSpPr>
        <p:spPr>
          <a:xfrm>
            <a:off x="3023789" y="4005043"/>
            <a:ext cx="6144427" cy="4810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/>
          <a:srcRect l="63705" r="12267"/>
          <a:stretch>
            <a:fillRect/>
          </a:stretch>
        </p:blipFill>
        <p:spPr>
          <a:xfrm>
            <a:off x="11047313" y="13478"/>
            <a:ext cx="995680" cy="107872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59" y="122216"/>
            <a:ext cx="10314711" cy="658085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2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3"/>
          <a:srcRect l="63250" r="13246"/>
          <a:stretch>
            <a:fillRect/>
          </a:stretch>
        </p:blipFill>
        <p:spPr>
          <a:xfrm>
            <a:off x="10991169" y="-127630"/>
            <a:ext cx="995680" cy="1102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加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59" y="122216"/>
            <a:ext cx="10314711" cy="658085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2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sp>
        <p:nvSpPr>
          <p:cNvPr id="10" name="内容占位符 4"/>
          <p:cNvSpPr>
            <a:spLocks noGrp="1"/>
          </p:cNvSpPr>
          <p:nvPr>
            <p:ph sz="quarter" idx="10"/>
          </p:nvPr>
        </p:nvSpPr>
        <p:spPr>
          <a:xfrm>
            <a:off x="983665" y="1365661"/>
            <a:ext cx="8314714" cy="2433637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p"/>
              <a:defRPr sz="2000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1181100" indent="-571500">
              <a:buFont typeface="Arial" panose="020B0604020202020204" pitchFamily="34" charset="0"/>
              <a:buChar char="•"/>
              <a:defRPr sz="1800"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523365" indent="-304800">
              <a:buFont typeface="华文细黑" panose="02010600040101010101" pitchFamily="2" charset="-122"/>
              <a:buChar char="−"/>
              <a:defRPr sz="1400"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3"/>
          <a:srcRect l="63250" r="13246"/>
          <a:stretch>
            <a:fillRect/>
          </a:stretch>
        </p:blipFill>
        <p:spPr>
          <a:xfrm>
            <a:off x="10991169" y="-127630"/>
            <a:ext cx="995680" cy="1102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尾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72"/>
          <a:stretch>
            <a:fillRect/>
          </a:stretch>
        </p:blipFill>
        <p:spPr>
          <a:xfrm>
            <a:off x="6605285" y="2747464"/>
            <a:ext cx="5586715" cy="4110537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0" y="2564952"/>
            <a:ext cx="12192000" cy="1470025"/>
          </a:xfrm>
          <a:prstGeom prst="rect">
            <a:avLst/>
          </a:prstGeom>
        </p:spPr>
        <p:txBody>
          <a:bodyPr lIns="68532" tIns="34266" rIns="68532" bIns="34266">
            <a:normAutofit/>
          </a:bodyPr>
          <a:lstStyle>
            <a:lvl1pPr algn="ctr">
              <a:defRPr sz="8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kumimoji="1" lang="zh-CN" altLang="en-US" dirty="0"/>
              <a:t>谢 谢！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3"/>
          <a:srcRect l="13902" r="12267"/>
          <a:stretch>
            <a:fillRect/>
          </a:stretch>
        </p:blipFill>
        <p:spPr>
          <a:xfrm>
            <a:off x="412512" y="11187"/>
            <a:ext cx="3059413" cy="107872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68559" tIns="34280" rIns="68559" bIns="3428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68559" tIns="34280" rIns="68559" bIns="3428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3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08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04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00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96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6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8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DE2ZjFlMTliNjEzNmQ5ZjUzYmViMTE2YTc2ZGEzMDcifQ=="/>
</p:tagLst>
</file>

<file path=ppt/theme/theme1.xml><?xml version="1.0" encoding="utf-8"?>
<a:theme xmlns:a="http://schemas.openxmlformats.org/drawingml/2006/main" name="11_CT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89996" tIns="46798" rIns="89996" bIns="46798" rtlCol="0" anchor="ctr">
        <a:noAutofit/>
      </a:bodyPr>
      <a:lstStyle>
        <a:defPPr algn="ctr">
          <a:defRPr dirty="0">
            <a:solidFill>
              <a:srgbClr val="FF0000"/>
            </a:solidFill>
            <a:latin typeface="华文细黑" panose="02010600040101010101" pitchFamily="2" charset="-122"/>
            <a:ea typeface="华文细黑" panose="02010600040101010101" pitchFamily="2" charset="-122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txDef>
      <a:spPr bwMode="auto">
        <a:noFill/>
        <a:ln w="12700">
          <a:noFill/>
          <a:miter lim="800000"/>
        </a:ln>
      </a:spPr>
      <a:bodyPr wrap="square" lIns="89996" tIns="46798" rIns="89996" bIns="46798" rtlCol="0" anchor="t">
        <a:spAutoFit/>
      </a:bodyPr>
      <a:lstStyle>
        <a:defPPr>
          <a:defRPr dirty="0" smtClean="0">
            <a:latin typeface="华文细黑" panose="02010600040101010101" pitchFamily="2" charset="-122"/>
            <a:ea typeface="华文细黑" panose="02010600040101010101" pitchFamily="2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华文细黑</vt:lpstr>
      <vt:lpstr>Calibri</vt:lpstr>
      <vt:lpstr>微软雅黑</vt:lpstr>
      <vt:lpstr>Arial Unicode MS</vt:lpstr>
      <vt:lpstr>11_CT主题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Windows</cp:lastModifiedBy>
  <cp:revision>21</cp:revision>
  <dcterms:created xsi:type="dcterms:W3CDTF">2019-02-28T19:15:00Z</dcterms:created>
  <dcterms:modified xsi:type="dcterms:W3CDTF">2026-07-04T15:04:07Z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273CEC98DE3C4B068AD431F816E230B7_13</vt:lpwstr>
  </property>
  <property fmtid="{D5CDD505-2E9C-101B-9397-08002B2CF9AE}" pid="3" name="KSOProductBuildVer">
    <vt:lpwstr>2052-12.1.0.26895</vt:lpwstr>
  </property>
  <property fmtid="{D5CDD505-2E9C-101B-9397-08002B2CF9AE}" pid="4" name="AIGC">
    <vt:lpwstr>{"Label":"1","ContentProducer":"001191110102MAD55U9H0F10002","ProduceID":"4c6de04d-a7f3-48a4-90c4-0489ba86f622","ReservedCode1":"16ee4fc5-3e4c-44d9-b862-765b2887868f","ContentPropagator":"001191110102MAD55U9H0F10002","PropagateID":"4c6de04d-a7f3-48a4-90c4-0489ba86f622","ReservedCode2":"16ee4fc5-3e4c-44d9-b862-765b2887868f"}</vt:lpwstr>
  </property>
</Properties>
</file>