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1" r:id="rId3"/>
    <p:sldId id="258" r:id="rId5"/>
    <p:sldId id="260" r:id="rId6"/>
    <p:sldId id="423" r:id="rId7"/>
    <p:sldId id="430" r:id="rId8"/>
    <p:sldId id="424" r:id="rId9"/>
    <p:sldId id="42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l" lastIdx="5" clrIdx="0"/>
  <p:cmAuthor id="307" name="未知用户93" initials="" lastIdx="1" clrIdx="0"/>
  <p:cmAuthor id="1" name="幸全" initials="幸全" lastIdx="1" clrIdx="0"/>
  <p:cmAuthor id="308" name="未知用户90" initials="" lastIdx="5" clrIdx="1"/>
  <p:cmAuthor id="2" name="作者" initials="A" lastIdx="0" clrIdx="1"/>
  <p:cmAuthor id="309" name="未知用户91" initials="" lastIdx="0" clrIdx="1"/>
  <p:cmAuthor id="3" name="lenovo" initials="l" lastIdx="6" clrIdx="2"/>
  <p:cmAuthor id="310" name="未知用户92" initials="" lastIdx="1" clrIdx="0"/>
  <p:cmAuthor id="4" name="刘 金环" initials="刘" lastIdx="1" clrIdx="3"/>
  <p:cmAuthor id="311" name="未知用户74" initials="" lastIdx="5" clrIdx="1"/>
  <p:cmAuthor id="5" name="宋洁然" initials="宋" lastIdx="2" clrIdx="1"/>
  <p:cmAuthor id="312" name="未知用户75" initials="" lastIdx="8" clrIdx="0"/>
  <p:cmAuthor id="6" name="ming qiu" initials="m" lastIdx="17" clrIdx="1"/>
  <p:cmAuthor id="313" name="未知用户76" initials="" lastIdx="1" clrIdx="0"/>
  <p:cmAuthor id="7" name="1206988966@qq.com" initials="1" lastIdx="1" clrIdx="2"/>
  <p:cmAuthor id="314" name="未知用户77" initials="" lastIdx="8" clrIdx="0"/>
  <p:cmAuthor id="8" name="姜伟光" initials="姜" lastIdx="1" clrIdx="0"/>
  <p:cmAuthor id="315" name="未知用户78" initials="" lastIdx="8" clrIdx="0"/>
  <p:cmAuthor id="9" name="yuanjialu" initials="Y" lastIdx="3" clrIdx="8"/>
  <p:cmAuthor id="316" name="未知用户79" initials="" lastIdx="1" clrIdx="0"/>
  <p:cmAuthor id="10" name="未知用户31" initials="未知用户31" lastIdx="1" clrIdx="9"/>
  <p:cmAuthor id="317" name="未知用户80" initials="" lastIdx="1" clrIdx="0"/>
  <p:cmAuthor id="11" name="未知用户32" initials="未知用户32" lastIdx="2" clrIdx="10"/>
  <p:cmAuthor id="318" name="Harry xu" initials="" lastIdx="1" clrIdx="0"/>
  <p:cmAuthor id="12" name="朱挺" initials="朱挺" lastIdx="1" clrIdx="11"/>
  <p:cmAuthor id="319" name="未知用户27" initials="未" lastIdx="1" clrIdx="0"/>
  <p:cmAuthor id="13" name="Chris Kun Yu Lin" initials="C" lastIdx="77" clrIdx="6"/>
  <p:cmAuthor id="14" name="TF013070" initials="T" lastIdx="1" clrIdx="13"/>
  <p:cmAuthor id="321" name="未知用户111" initials="未" lastIdx="1" clrIdx="1"/>
  <p:cmAuthor id="15" name="张志海" initials="张" lastIdx="1" clrIdx="14"/>
  <p:cmAuthor id="322" name="HP" initials="H" lastIdx="1" clrIdx="321"/>
  <p:cmAuthor id="16" name="孟伟伟" initials="孟" lastIdx="1" clrIdx="15"/>
  <p:cmAuthor id="17" name="李 里" initials="李" lastIdx="1" clrIdx="17"/>
  <p:cmAuthor id="18" name="user" initials="u" lastIdx="1" clrIdx="18"/>
  <p:cmAuthor id="19" name="刘 睿" initials="刘" lastIdx="1" clrIdx="19"/>
  <p:cmAuthor id="20" name="apple" initials="a" lastIdx="1" clrIdx="19"/>
  <p:cmAuthor id="327" name="陕西省图书馆" initials="陕" lastIdx="1" clrIdx="326"/>
  <p:cmAuthor id="21" name="kangxf" initials="k" lastIdx="5" clrIdx="21"/>
  <p:cmAuthor id="22" name="heyanfeng8293@163.com" initials="" lastIdx="0" clrIdx="22"/>
  <p:cmAuthor id="23" name="dzy" initials="DZY" lastIdx="1" clrIdx="22"/>
  <p:cmAuthor id="24" name="yan" initials="y" lastIdx="1" clrIdx="23"/>
  <p:cmAuthor id="25" name="wyz" initials="w" lastIdx="1" clrIdx="24"/>
  <p:cmAuthor id="26" name="xianghonglee" initials="x" lastIdx="1" clrIdx="25"/>
  <p:cmAuthor id="27" name="Hou Yingfeng" initials="H" lastIdx="10" clrIdx="23"/>
  <p:cmAuthor id="28" name="李楠10047711" initials="李" lastIdx="2" clrIdx="31"/>
  <p:cmAuthor id="29" name="10045953" initials="1" lastIdx="3" clrIdx="32"/>
  <p:cmAuthor id="31" name="rev2" initials="r" lastIdx="1" clrIdx="36"/>
  <p:cmAuthor id="287643681" name="殷格非" initials="殷" lastIdx="2" clrIdx="0"/>
  <p:cmAuthor id="32" name="Qlstc" initials="Q" lastIdx="1" clrIdx="31"/>
  <p:cmAuthor id="287643682" name="z r" initials="zr" lastIdx="5" clrIdx="12"/>
  <p:cmAuthor id="33" name="Athena" initials="c" lastIdx="1" clrIdx="32"/>
  <p:cmAuthor id="287643683" name="岳峻 吴" initials="岳吴" lastIdx="1" clrIdx="37"/>
  <p:cmAuthor id="34" name="Y Y" initials="YY" lastIdx="2" clrIdx="33"/>
  <p:cmAuthor id="287643684" name="Aqf" initials="A" lastIdx="1" clrIdx="36"/>
  <p:cmAuthor id="35" name="Caixiaojin" initials="C" lastIdx="1" clrIdx="34"/>
  <p:cmAuthor id="36" name="仉 凯" initials="仉" lastIdx="1" clrIdx="18"/>
  <p:cmAuthor id="37" name="安 宝来" initials="安" lastIdx="2" clrIdx="19"/>
  <p:cmAuthor id="38" name="feng xingbo" initials="fx" lastIdx="1" clrIdx="24"/>
  <p:cmAuthor id="39" name="fei Ren" initials="fR" lastIdx="1" clrIdx="25"/>
  <p:cmAuthor id="40" name="未知用户34" initials="未" lastIdx="1" clrIdx="37"/>
  <p:cmAuthor id="41" name="未知用户35" initials="未" lastIdx="1" clrIdx="38"/>
  <p:cmAuthor id="42" name="hm" initials="h" lastIdx="10" clrIdx="41"/>
  <p:cmAuthor id="43" name="Microsoft Office 用户" initials="MO用 [8] [6]" lastIdx="1" clrIdx="42"/>
  <p:cmAuthor id="44" name="zhixuan zhang (张志轩)" initials="zz(" lastIdx="2" clrIdx="43"/>
  <p:cmAuthor id="45" name="邹申" initials="邹" lastIdx="1" clrIdx="44"/>
  <p:cmAuthor id="46" name="zhangjing" initials="z" lastIdx="2" clrIdx="45"/>
  <p:cmAuthor id="47" name="yinp" initials="y" lastIdx="2" clrIdx="46"/>
  <p:cmAuthor id="48" name="Zhang, Diankun" initials="ZD" lastIdx="3" clrIdx="39"/>
  <p:cmAuthor id="49" name="lee" initials="l" lastIdx="1" clrIdx="48"/>
  <p:cmAuthor id="50" name="东方_b3dea543bad08e97" initials="authorId_278826930" lastIdx="0" clrIdx="0"/>
  <p:cmAuthor id="51" name="Ella Dong" initials="ED" lastIdx="1" clrIdx="42"/>
  <p:cmAuthor id="191251535" name="沈霄雷" initials="沈" lastIdx="833089" clrIdx="0"/>
  <p:cmAuthor id="52" name="孙妮" initials="孙妮" lastIdx="1" clrIdx="25"/>
  <p:cmAuthor id="53" name="朱琳" initials="朱" lastIdx="3" clrIdx="52"/>
  <p:cmAuthor id="54" name="ida" initials="i" lastIdx="2" clrIdx="28"/>
  <p:cmAuthor id="55" name="姜来" initials="姜" lastIdx="2" clrIdx="50"/>
  <p:cmAuthor id="56" name="陈金" initials="CJ" lastIdx="1" clrIdx="55"/>
  <p:cmAuthor id="57" name="何杰" initials="何" lastIdx="4" clrIdx="55"/>
  <p:cmAuthor id="58" name="J" initials="J" lastIdx="2" clrIdx="53"/>
  <p:cmAuthor id="59" name="曾红" initials="" lastIdx="0" clrIdx="0"/>
  <p:cmAuthor id="60" name="况 年虎" initials="况" lastIdx="1" clrIdx="41"/>
  <p:cmAuthor id="61" name="張秀娟" initials="張" lastIdx="1" clrIdx="2"/>
  <p:cmAuthor id="62" name="王鹏凯" initials="王" lastIdx="1" clrIdx="0"/>
  <p:cmAuthor id="63" name="Evonlin" initials="E" lastIdx="2" clrIdx="2"/>
  <p:cmAuthor id="64" name="86130" initials="8" lastIdx="18" clrIdx="63"/>
  <p:cmAuthor id="65" name="张雅萱" initials="张" lastIdx="1" clrIdx="64"/>
  <p:cmAuthor id="66" name="liucunri" initials="" lastIdx="1" clrIdx="0"/>
  <p:cmAuthor id="67" name="wn" initials="w" lastIdx="1" clrIdx="66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6" name="陈驹洲" initials="A" lastIdx="1" clrIdx="25"/>
  <p:cmAuthor id="77" name="张 波" initials="张" lastIdx="1" clrIdx="26"/>
  <p:cmAuthor id="78" name="hl chen" initials="hc" lastIdx="3" clrIdx="27"/>
  <p:cmAuthor id="79" name="大量" initials="大量" lastIdx="1" clrIdx="28"/>
  <p:cmAuthor id="80" name="钱福利" initials="Q" lastIdx="1" clrIdx="29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2000" name="李婧宜_YBferYVR" initials="authorId_1217247658" lastIdx="0" clrIdx="0"/>
  <p:cmAuthor id="159" name="未知用户82" initials="" lastIdx="1" clrIdx="0"/>
  <p:cmAuthor id="2001" name="wangchao" initials="w" lastIdx="1" clrIdx="2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691587970" name="小延魔法师" initials="小" lastIdx="1126286" clrIdx="0"/>
  <p:cmAuthor id="167" name="未知用户106" initials="未" lastIdx="1" clrIdx="0"/>
  <p:cmAuthor id="691587971" name="刘春杰10244342" initials="刘春杰10244342" lastIdx="1" clrIdx="41"/>
  <p:cmAuthor id="168" name="未知用户116" initials="" lastIdx="1" clrIdx="1"/>
  <p:cmAuthor id="691587972" name="冯江宁" initials="U" lastIdx="1" clrIdx="45"/>
  <p:cmAuthor id="169" name="未知的使用者150" initials="未" lastIdx="1" clrIdx="0"/>
  <p:cmAuthor id="691587973" name="weihua zhou" initials="wz" lastIdx="6" clrIdx="67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394525608" name="仇怿俊" initials="仇" lastIdx="0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1411827" name="黄晓平" initials="黄" lastIdx="0" clrIdx="0"/>
  <p:cmAuthor id="241" name="未知的使用者63" initials="" lastIdx="1" clrIdx="0"/>
  <p:cmAuthor id="1411828" name="Eraser-CV_732yNZVB" initials="authorId_935319539" lastIdx="0" clrIdx="0"/>
  <p:cmAuthor id="242" name="未知的使用者64" initials="" lastIdx="3" clrIdx="1"/>
  <p:cmAuthor id="1411829" name="张静_Anua7Nne" initials="authorId_935319063" lastIdx="0" clrIdx="0"/>
  <p:cmAuthor id="243" name="未知的使用者47" initials="" lastIdx="1" clrIdx="0"/>
  <p:cmAuthor id="1411830" name="晶 王" initials="晶王" lastIdx="1" clrIdx="46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353158055" name="韩雨" initials="韩" lastIdx="0" clrIdx="0"/>
  <p:cmAuthor id="299" name="未知用户29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23" name="SDWM" initials="S" lastIdx="0" clrIdx="322"/>
  <p:cmAuthor id="324" name="Lenovo" initials="L" lastIdx="0" clrIdx="323"/>
  <p:cmAuthor id="325" name="张逸晨" initials="张" lastIdx="0" clrIdx="324"/>
  <p:cmAuthor id="326" name="赵婷婷" initials="赵婷婷" lastIdx="0" clrIdx="325"/>
  <p:cmAuthor id="328" name="张洁01-lhq" initials="张" lastIdx="0" clrIdx="327"/>
  <p:cmAuthor id="329" name="池依曼" initials="池" lastIdx="0" clrIdx="328"/>
  <p:cmAuthor id="330" name="未知用户219" initials="未" lastIdx="0" clrIdx="329"/>
  <p:cmAuthor id="331" name="li jl" initials="lj" lastIdx="0" clrIdx="330"/>
  <p:cmAuthor id="332" name="未知用户230" initials="未" lastIdx="0" clrIdx="331"/>
  <p:cmAuthor id="333" name="未知用户30" initials="未知用户30" lastIdx="0" clrIdx="332"/>
  <p:cmAuthor id="334" name="未知用户231" initials="未" lastIdx="0" clrIdx="333"/>
  <p:cmAuthor id="335" name="未知用户232" initials="未" lastIdx="0" clrIdx="334"/>
  <p:cmAuthor id="336" name="未知用户237" initials="未" lastIdx="0" clrIdx="335"/>
  <p:cmAuthor id="337" name="未知用户226" initials="未" lastIdx="0" clrIdx="336"/>
  <p:cmAuthor id="338" name="马云飞10014438" initials="马" lastIdx="0" clrIdx="337"/>
  <p:cmAuthor id="339" name="亚运 曹" initials="亚" lastIdx="0" clrIdx="338"/>
  <p:cmAuthor id="340" name="admin" initials="admin" lastIdx="0" clrIdx="339"/>
  <p:cmAuthor id="341" name="dsj" initials="d" lastIdx="0" clrIdx="340"/>
  <p:cmAuthor id="342" name="张正明" initials="张" lastIdx="0" clrIdx="341"/>
  <p:cmAuthor id="343" name="FANG SUN" initials="F" lastIdx="0" clrIdx="342"/>
  <p:cmAuthor id="344" name="chenjianing" initials="c" lastIdx="0" clrIdx="343"/>
  <p:cmAuthor id="345" name="富德生命人寿" initials="富" lastIdx="0" clrIdx="344"/>
  <p:cmAuthor id="346" name="张燕" initials="MSOffice" lastIdx="0" clrIdx="345"/>
  <p:cmAuthor id="347" name="袁缘" initials="袁" lastIdx="0" clrIdx="346"/>
  <p:cmAuthor id="348" name="yuqiang.qyq" initials="y" lastIdx="0" clrIdx="347"/>
  <p:cmAuthor id="349" name="未知用户416" initials="未" lastIdx="0" clrIdx="348"/>
  <p:cmAuthor id="350" name="hong hangping" initials="hh" lastIdx="0" clrIdx="349"/>
  <p:cmAuthor id="351" name="未知用户404" initials="未" lastIdx="0" clrIdx="350"/>
  <p:cmAuthor id="352" name="也游" initials="也游" lastIdx="0" clrIdx="351"/>
  <p:cmAuthor id="353" name="未知用户408" initials="未" lastIdx="0" clrIdx="352"/>
  <p:cmAuthor id="354" name="10146393" initials="1" lastIdx="0" clrIdx="353"/>
  <p:cmAuthor id="355" name="未知用户409" initials="未" lastIdx="0" clrIdx="354"/>
  <p:cmAuthor id="356" name="chengzhen" initials="c" lastIdx="0" clrIdx="355"/>
  <p:cmAuthor id="357" name="Xmj" initials="X" lastIdx="0" clrIdx="356"/>
  <p:cmAuthor id="358" name="未知用户412" initials="未" lastIdx="0" clrIdx="357"/>
  <p:cmAuthor id="359" name="Wen" initials="W" lastIdx="0" clrIdx="358"/>
  <p:cmAuthor id="360" name="未知用户413" initials="未" lastIdx="0" clrIdx="359"/>
  <p:cmAuthor id="361" name="xiaoxin" initials="x" lastIdx="0" clrIdx="360"/>
  <p:cmAuthor id="362" name="未知用户414" initials="未" lastIdx="0" clrIdx="361"/>
  <p:cmAuthor id="363" name="未知用户415" initials="未" lastIdx="0" clrIdx="362"/>
  <p:cmAuthor id="364" name="未知用户215" initials="未" lastIdx="0" clrIdx="363"/>
  <p:cmAuthor id="365" name="SF" initials="S" lastIdx="0" clrIdx="364"/>
  <p:cmAuthor id="366" name="未知用户217" initials="未" lastIdx="0" clrIdx="365"/>
  <p:cmAuthor id="367" name="孟 范志" initials="孟" lastIdx="0" clrIdx="366"/>
  <p:cmAuthor id="368" name="sammi" initials="s" lastIdx="0" clrIdx="367"/>
  <p:cmAuthor id="369" name="未知用户261" initials="未" lastIdx="0" clrIdx="368"/>
  <p:cmAuthor id="370" name="未知用户9" initials="未" lastIdx="0" clrIdx="369"/>
  <p:cmAuthor id="371" name="zhangmh@httz.cc" initials="z" lastIdx="0" clrIdx="370"/>
  <p:cmAuthor id="372" name="未知用户371" initials="未" lastIdx="0" clrIdx="371"/>
  <p:cmAuthor id="373" name="wang" initials="wang" lastIdx="0" clrIdx="372"/>
  <p:cmAuthor id="374" name="未知用户370" initials="未" lastIdx="0" clrIdx="373"/>
  <p:cmAuthor id="375" name="Author" initials="A" lastIdx="0" clrIdx="374"/>
  <p:cmAuthor id="376" name="10033224" initials="1" lastIdx="0" clrIdx="375"/>
  <p:cmAuthor id="377" name="未知用户347" initials="未" lastIdx="0" clrIdx="376"/>
  <p:cmAuthor id="378" name="熊文剑" initials="熊" lastIdx="0" clrIdx="377"/>
  <p:cmAuthor id="379" name="未知用户348" initials="未" lastIdx="0" clrIdx="378"/>
  <p:cmAuthor id="380" name="qmz" initials="q" lastIdx="0" clrIdx="379"/>
  <p:cmAuthor id="381" name="未知用户286" initials="未" lastIdx="0" clrIdx="380"/>
  <p:cmAuthor id="382" name="雷建国" initials="gs" lastIdx="0" clrIdx="381"/>
  <p:cmAuthor id="383" name="未知用户373" initials="未" lastIdx="0" clrIdx="382"/>
  <p:cmAuthor id="384" name="person" initials="p" lastIdx="0" clrIdx="383"/>
  <p:cmAuthor id="385" name="未知用户350" initials="未" lastIdx="0" clrIdx="384"/>
  <p:cmAuthor id="386" name="FF" initials="F" lastIdx="0" clrIdx="385"/>
  <p:cmAuthor id="387" name="未知用户218" initials="未" lastIdx="0" clrIdx="386"/>
  <p:cmAuthor id="388" name="未知用户1" initials="未知用户1" lastIdx="0" clrIdx="387"/>
  <p:cmAuthor id="389" name="未知用户351" initials="未" lastIdx="0" clrIdx="388"/>
  <p:cmAuthor id="390" name="未知用户352" initials="未" lastIdx="0" clrIdx="389"/>
  <p:cmAuthor id="391" name="未知用户353" initials="未" lastIdx="0" clrIdx="390"/>
  <p:cmAuthor id="392" name="未知用户25" initials="未知用户25" lastIdx="0" clrIdx="391"/>
  <p:cmAuthor id="393" name="未知用户354" initials="未" lastIdx="0" clrIdx="392"/>
  <p:cmAuthor id="394" name="未知用户355" initials="未" lastIdx="0" clrIdx="393"/>
  <p:cmAuthor id="395" name="未知用户356" initials="未" lastIdx="0" clrIdx="394"/>
  <p:cmAuthor id="396" name="未知用户378" initials="未" lastIdx="0" clrIdx="395"/>
  <p:cmAuthor id="397" name="未知用户357" initials="未" lastIdx="0" clrIdx="396"/>
  <p:cmAuthor id="398" name="未知用户362" initials="未" lastIdx="0" clrIdx="397"/>
  <p:cmAuthor id="399" name="未知用户363" initials="未" lastIdx="0" clrIdx="398"/>
  <p:cmAuthor id="400" name="未知用户374" initials="未" lastIdx="0" clrIdx="399"/>
  <p:cmAuthor id="401" name="未知用户375" initials="未" lastIdx="0" clrIdx="400"/>
  <p:cmAuthor id="402" name="未知用户369" initials="未" lastIdx="0" clrIdx="401"/>
  <p:cmAuthor id="403" name="姜美" initials="姜" lastIdx="0" clrIdx="402"/>
  <p:cmAuthor id="404" name="未知用户376" initials="未" lastIdx="0" clrIdx="403"/>
  <p:cmAuthor id="405" name="牛玉贞" initials="牛" lastIdx="0" clrIdx="404"/>
  <p:cmAuthor id="406" name="未知用户377" initials="未" lastIdx="0" clrIdx="405"/>
  <p:cmAuthor id="407" name="未知用户372" initials="未" lastIdx="0" clrIdx="406"/>
  <p:cmAuthor id="408" name="未知的使用者29" initials="未" lastIdx="0" clrIdx="407"/>
  <p:cmAuthor id="409" name="Xzjd" initials="X" lastIdx="0" clrIdx="408"/>
  <p:cmAuthor id="410" name="未知的使用者21" initials="未" lastIdx="0" clrIdx="409"/>
  <p:cmAuthor id="411" name="未知用户466" initials="未" lastIdx="0" clrIdx="410"/>
  <p:cmAuthor id="412" name="未知用户460" initials="未" lastIdx="0" clrIdx="411"/>
  <p:cmAuthor id="413" name="未知用户454" initials="未" lastIdx="0" clrIdx="412"/>
  <p:cmAuthor id="414" name="未知用户461" initials="未" lastIdx="0" clrIdx="413"/>
  <p:cmAuthor id="415" name="August" initials="A" lastIdx="0" clrIdx="414"/>
  <p:cmAuthor id="416" name="未知用户455" initials="未" lastIdx="0" clrIdx="415"/>
  <p:cmAuthor id="417" name="未知用户462" initials="未" lastIdx="0" clrIdx="416"/>
  <p:cmAuthor id="418" name="未知用户465" initials="未" lastIdx="0" clrIdx="417"/>
  <p:cmAuthor id="419" name="未知用户457" initials="未" lastIdx="0" clrIdx="418"/>
  <p:cmAuthor id="420" name="daphne" initials="d" lastIdx="0" clrIdx="419"/>
  <p:cmAuthor id="421" name="未知用户450" initials="未" lastIdx="0" clrIdx="420"/>
  <p:cmAuthor id="422" name="未知用户463" initials="未" lastIdx="0" clrIdx="421"/>
  <p:cmAuthor id="423" name="未知用户467" initials="未" lastIdx="0" clrIdx="422"/>
  <p:cmAuthor id="424" name="Unknown User8" initials="U" lastIdx="0" clrIdx="423"/>
  <p:cmAuthor id="425" name="未知用户468" initials="未" lastIdx="0" clrIdx="424"/>
  <p:cmAuthor id="426" name="未知用户469" initials="未" lastIdx="0" clrIdx="425"/>
  <p:cmAuthor id="427" name="未知用户458" initials="未" lastIdx="0" clrIdx="426"/>
  <p:cmAuthor id="428" name="未知用户470" initials="未" lastIdx="0" clrIdx="427"/>
  <p:cmAuthor id="429" name="未知用户471" initials="未" lastIdx="0" clrIdx="428"/>
  <p:cmAuthor id="430" name="未知用户472" initials="未" lastIdx="0" clrIdx="429"/>
  <p:cmAuthor id="431" name="未知用户473" initials="未" lastIdx="0" clrIdx="430"/>
  <p:cmAuthor id="432" name="未知用户235" initials="未" lastIdx="0" clrIdx="431"/>
  <p:cmAuthor id="433" name="未知用户453" initials="未" lastIdx="0" clrIdx="432"/>
  <p:cmAuthor id="434" name="未知用户474" initials="未" lastIdx="0" clrIdx="433"/>
  <p:cmAuthor id="435" name="未知用户475" initials="未" lastIdx="0" clrIdx="434"/>
  <p:cmAuthor id="436" name="未知用户476" initials="未" lastIdx="0" clrIdx="435"/>
  <p:cmAuthor id="437" name="未知用户459" initials="未" lastIdx="0" clrIdx="436"/>
  <p:cmAuthor id="438" name="未知用户489" initials="未" lastIdx="0" clrIdx="437"/>
  <p:cmAuthor id="439" name="未知用户488" initials="未" lastIdx="0" clrIdx="438"/>
  <p:cmAuthor id="440" name="未知用户490" initials="未" lastIdx="0" clrIdx="439"/>
  <p:cmAuthor id="441" name="未知用户477" initials="未" lastIdx="0" clrIdx="440"/>
  <p:cmAuthor id="442" name="未知用户478" initials="未" lastIdx="0" clrIdx="441"/>
  <p:cmAuthor id="443" name="未知用户479" initials="未" lastIdx="0" clrIdx="442"/>
  <p:cmAuthor id="444" name="未知用户480" initials="未" lastIdx="0" clrIdx="443"/>
  <p:cmAuthor id="445" name="未知用户481" initials="未" lastIdx="0" clrIdx="444"/>
  <p:cmAuthor id="446" name="未知用户482" initials="未" lastIdx="0" clrIdx="445"/>
  <p:cmAuthor id="447" name="luxu" initials="l" lastIdx="0" clrIdx="446"/>
  <p:cmAuthor id="448" name="未知用户483" initials="未" lastIdx="0" clrIdx="447"/>
  <p:cmAuthor id="449" name="未知用户484" initials="未" lastIdx="0" clrIdx="448"/>
  <p:cmAuthor id="450" name="未知用户485" initials="未" lastIdx="0" clrIdx="449"/>
  <p:cmAuthor id="451" name="未知用户486" initials="未" lastIdx="0" clrIdx="450"/>
  <p:cmAuthor id="452" name="未知用户452" initials="未" lastIdx="0" clrIdx="451"/>
  <p:cmAuthor id="453" name="未知用户22" initials="未" lastIdx="0" clrIdx="452"/>
  <p:cmAuthor id="454" name="未知用户456" initials="未" lastIdx="0" clrIdx="453"/>
  <p:cmAuthor id="455" name="未知用户464" initials="未" lastIdx="0" clrIdx="454"/>
  <p:cmAuthor id="456" name="未知用户487" initials="未" lastIdx="0" clrIdx="455"/>
  <p:cmAuthor id="457" name="张莹" initials="张" lastIdx="0" clrIdx="456"/>
  <p:cmAuthor id="458" name="seki" initials="s" lastIdx="0" clrIdx="457"/>
  <p:cmAuthor id="459" name="未知用户51" initials="未" lastIdx="0" clrIdx="458"/>
  <p:cmAuthor id="460" name="宋春华" initials="宋" lastIdx="0" clrIdx="459"/>
  <p:cmAuthor id="461" name="未知用户12" initials="未" lastIdx="0" clrIdx="460"/>
  <p:cmAuthor id="462" name="未知的使用者61" initials="未" lastIdx="0" clrIdx="461"/>
  <p:cmAuthor id="463" name="未知的使用者62" initials="未" lastIdx="0" clrIdx="462"/>
  <p:cmAuthor id="464" name="未知的使用者58" initials="未" lastIdx="0" clrIdx="463"/>
  <p:cmAuthor id="465" name="未知的使用者113" initials="未" lastIdx="0" clrIdx="464"/>
  <p:cmAuthor id="466" name="未知的使用者118" initials="未" lastIdx="0" clrIdx="465"/>
  <p:cmAuthor id="467" name="未知的使用者76" initials="未" lastIdx="0" clrIdx="466"/>
  <p:cmAuthor id="468" name="未知的使用者70" initials="未" lastIdx="0" clrIdx="467"/>
  <p:cmAuthor id="469" name="未知的使用者73" initials="未" lastIdx="0" clrIdx="468"/>
  <p:cmAuthor id="470" name="未知的使用者40" initials="未" lastIdx="0" clrIdx="469"/>
  <p:cmAuthor id="471" name="未知用户2" initials="未" lastIdx="0" clrIdx="470"/>
  <p:cmAuthor id="472" name="未知的使用者92" initials="未" lastIdx="0" clrIdx="471"/>
  <p:cmAuthor id="473" name="Christina" initials="C" lastIdx="0" clrIdx="472"/>
  <p:cmAuthor id="474" name="jet" initials="j" lastIdx="0" clrIdx="473"/>
  <p:cmAuthor id="475" name="Unknown User24" initials="U" lastIdx="0" clrIdx="474"/>
  <p:cmAuthor id="476" name="Unknown User25" initials="U" lastIdx="0" clrIdx="475"/>
  <p:cmAuthor id="477" name="Unknown User27" initials="U" lastIdx="0" clrIdx="476"/>
  <p:cmAuthor id="478" name="Unknown User28" initials="U" lastIdx="0" clrIdx="477"/>
  <p:cmAuthor id="479" name="Unknown User11" initials="U" lastIdx="0" clrIdx="478"/>
  <p:cmAuthor id="480" name="Unknown User22" initials="U" lastIdx="0" clrIdx="479"/>
  <p:cmAuthor id="481" name="Unknown User23" initials="U" lastIdx="0" clrIdx="480"/>
  <p:cmAuthor id="482" name="未知的使用者98" initials="未" lastIdx="0" clrIdx="481"/>
  <p:cmAuthor id="483" name="未知的使用者145" initials="未" lastIdx="0" clrIdx="482"/>
  <p:cmAuthor id="484" name="未知的使用者146" initials="未" lastIdx="0" clrIdx="483"/>
  <p:cmAuthor id="485" name="未知的使用者147" initials="未" lastIdx="0" clrIdx="484"/>
  <p:cmAuthor id="486" name="未知的使用者144" initials="未" lastIdx="0" clrIdx="485"/>
  <p:cmAuthor id="487" name="未知的使用者133" initials="未" lastIdx="0" clrIdx="486"/>
  <p:cmAuthor id="488" name="未知的使用者134" initials="未" lastIdx="0" clrIdx="487"/>
  <p:cmAuthor id="489" name="未知的使用者135" initials="未" lastIdx="0" clrIdx="488"/>
  <p:cmAuthor id="490" name="未知的使用者136" initials="未" lastIdx="0" clrIdx="489"/>
  <p:cmAuthor id="491" name="未知的使用者137" initials="未" lastIdx="0" clrIdx="490"/>
  <p:cmAuthor id="492" name="未知的使用者138" initials="未" lastIdx="0" clrIdx="491"/>
  <p:cmAuthor id="493" name="未知的使用者139" initials="未" lastIdx="0" clrIdx="492"/>
  <p:cmAuthor id="494" name="未知的使用者140" initials="未" lastIdx="0" clrIdx="493"/>
  <p:cmAuthor id="495" name="未知的使用者197" initials="未" lastIdx="0" clrIdx="494"/>
  <p:cmAuthor id="496" name="未知的使用者162" initials="未" lastIdx="0" clrIdx="495"/>
  <p:cmAuthor id="497" name="未知的使用者163" initials="未" lastIdx="0" clrIdx="496"/>
  <p:cmAuthor id="498" name="未知的使用者170" initials="未" lastIdx="0" clrIdx="497"/>
  <p:cmAuthor id="499" name="未知的使用者165" initials="未" lastIdx="0" clrIdx="498"/>
  <p:cmAuthor id="500" name="未知的使用者158" initials="未" lastIdx="0" clrIdx="499"/>
  <p:cmAuthor id="501" name="未知的使用者148" initials="未" lastIdx="0" clrIdx="500"/>
  <p:cmAuthor id="502" name="未知的使用者149" initials="未" lastIdx="0" clrIdx="501"/>
  <p:cmAuthor id="503" name="未知的使用者166" initials="未" lastIdx="0" clrIdx="502"/>
  <p:cmAuthor id="504" name="未知的使用者167" initials="未" lastIdx="0" clrIdx="503"/>
  <p:cmAuthor id="505" name="未知的使用者159" initials="未" lastIdx="0" clrIdx="504"/>
  <p:cmAuthor id="506" name="未知的使用者160" initials="未" lastIdx="0" clrIdx="505"/>
  <p:cmAuthor id="507" name="未知的使用者168" initials="未" lastIdx="0" clrIdx="506"/>
  <p:cmAuthor id="508" name="未知的使用者169" initials="未" lastIdx="0" clrIdx="507"/>
  <p:cmAuthor id="509" name="未知的使用者198" initials="未" lastIdx="0" clrIdx="508"/>
  <p:cmAuthor id="510" name="未知的使用者205" initials="未" lastIdx="0" clrIdx="509"/>
  <p:cmAuthor id="511" name="未知的使用者200" initials="未" lastIdx="0" clrIdx="510"/>
  <p:cmAuthor id="512" name="未知的使用者181" initials="未" lastIdx="0" clrIdx="511"/>
  <p:cmAuthor id="513" name="未知的使用者194" initials="未" lastIdx="0" clrIdx="512"/>
  <p:cmAuthor id="514" name="未知的使用者182" initials="未" lastIdx="0" clrIdx="513"/>
  <p:cmAuthor id="515" name="未知的使用者183" initials="未" lastIdx="0" clrIdx="514"/>
  <p:cmAuthor id="516" name="未知的使用者184" initials="未" lastIdx="0" clrIdx="515"/>
  <p:cmAuthor id="517" name="未知的使用者185" initials="未" lastIdx="0" clrIdx="516"/>
  <p:cmAuthor id="518" name="未知的使用者186" initials="未" lastIdx="0" clrIdx="517"/>
  <p:cmAuthor id="519" name="未知的使用者187" initials="未" lastIdx="0" clrIdx="518"/>
  <p:cmAuthor id="520" name="未知的使用者201" initials="未" lastIdx="0" clrIdx="519"/>
  <p:cmAuthor id="521" name="未知的使用者202" initials="未" lastIdx="0" clrIdx="520"/>
  <p:cmAuthor id="522" name="未知的使用者171" initials="未" lastIdx="0" clrIdx="521"/>
  <p:cmAuthor id="523" name="未知的使用者195" initials="未" lastIdx="0" clrIdx="522"/>
  <p:cmAuthor id="524" name="未知的使用者173" initials="未" lastIdx="0" clrIdx="523"/>
  <p:cmAuthor id="525" name="未知的使用者196" initials="未" lastIdx="0" clrIdx="524"/>
  <p:cmAuthor id="526" name="未知的使用者175" initials="未" lastIdx="0" clrIdx="525"/>
  <p:cmAuthor id="527" name="未知的使用者203" initials="未" lastIdx="0" clrIdx="526"/>
  <p:cmAuthor id="528" name="未知的使用者204" initials="未" lastIdx="0" clrIdx="527"/>
  <p:cmAuthor id="529" name="未知用户37" initials="未" lastIdx="0" clrIdx="528"/>
  <p:cmAuthor id="530" name="未知用户38" initials="未" lastIdx="0" clrIdx="529"/>
  <p:cmAuthor id="531" name="未知用户39" initials="未" lastIdx="0" clrIdx="530"/>
  <p:cmAuthor id="532" name="Admin" initials="A" lastIdx="0" clrIdx="531"/>
  <p:cmAuthor id="533" name="未知用户36" initials="未" lastIdx="0" clrIdx="532"/>
  <p:cmAuthor id="534" name="未知用户147" initials="未" lastIdx="0" clrIdx="533"/>
  <p:cmAuthor id="535" name="刘仕俭" initials="刘" lastIdx="0" clrIdx="534"/>
  <p:cmAuthor id="536" name="Changing Zhuang" initials="C" lastIdx="0" clrIdx="535"/>
  <p:cmAuthor id="537" name="未知用户178" initials="未" lastIdx="0" clrIdx="536"/>
  <p:cmAuthor id="538" name="未知用户180" initials="未" lastIdx="0" clrIdx="537"/>
  <p:cmAuthor id="539" name="未知用户184" initials="未" lastIdx="0" clrIdx="538"/>
  <p:cmAuthor id="540" name="未知用户187" initials="未" lastIdx="0" clrIdx="539"/>
  <p:cmAuthor id="541" name="Yun-Ting Tseng" initials="Y" lastIdx="0" clrIdx="540"/>
  <p:cmAuthor id="542" name="Miss 豆" initials="M" lastIdx="0" clrIdx="541"/>
  <p:cmAuthor id="543" name="G" initials="G" lastIdx="0" clrIdx="542"/>
  <p:cmAuthor id="544" name="我" initials="我" lastIdx="0" clrIdx="543"/>
  <p:cmAuthor id="545" name="??" initials="?" lastIdx="0" clrIdx="544"/>
  <p:cmAuthor id="546" name="lchen" initials="l" lastIdx="0" clrIdx="545"/>
  <p:cmAuthor id="547" name="王春旻(dx21349)" initials="王" lastIdx="0" clrIdx="546"/>
  <p:cmAuthor id="548" name="mapengcheng" initials="m" lastIdx="0" clrIdx="547"/>
  <p:cmAuthor id="549" name="huang" initials="h" lastIdx="0" clrIdx="548"/>
  <p:cmAuthor id="550" name="郎蕊" initials="郎" lastIdx="0" clrIdx="549"/>
  <p:cmAuthor id="551" name="Chun Chung YEH" initials="C" lastIdx="0" clrIdx="550"/>
  <p:cmAuthor id="552" name="ym" initials="y" lastIdx="0" clrIdx="551"/>
  <p:cmAuthor id="553" name="Vicky" initials="V" lastIdx="0" clrIdx="552"/>
  <p:cmAuthor id="554" name="刘云轩" initials="刘" lastIdx="0" clrIdx="553"/>
  <p:cmAuthor id="555" name="sharon" initials="s" lastIdx="0" clrIdx="554"/>
  <p:cmAuthor id="556" name="未知的使用者81" initials="未" lastIdx="0" clrIdx="555"/>
  <p:cmAuthor id="557" name="仝德志" initials="仝" lastIdx="0" clrIdx="556"/>
  <p:cmAuthor id="558" name="倚海听风" initials="倚" lastIdx="0" clrIdx="557"/>
  <p:cmAuthor id="559" name="alpha" initials="a" lastIdx="0" clrIdx="558"/>
  <p:cmAuthor id="560" name="Gallivan, John-Paul {MDAO~Basel}" initials="G" lastIdx="0" clrIdx="559"/>
  <p:cmAuthor id="561" name="Helms, Hans-Joachim {MDBA~Basel}" initials="H" lastIdx="0" clrIdx="560"/>
  <p:cmAuthor id="562" name="Codon Medical" initials="C" lastIdx="0" clrIdx="561"/>
  <p:cmAuthor id="563" name="未知的使用者75" initials="未" lastIdx="0" clrIdx="562"/>
  <p:cmAuthor id="564" name="未知的使用者77" initials="未" lastIdx="0" clrIdx="563"/>
  <p:cmAuthor id="565" name="未知的使用者78" initials="未" lastIdx="0" clrIdx="564"/>
  <p:cmAuthor id="566" name="未知的使用者79" initials="未" lastIdx="0" clrIdx="565"/>
  <p:cmAuthor id="567" name="未知的使用者80" initials="未" lastIdx="0" clrIdx="566"/>
  <p:cmAuthor id="568" name="未知的使用者82" initials="未" lastIdx="0" clrIdx="567"/>
  <p:cmAuthor id="569" name="未知的使用者83" initials="未" lastIdx="0" clrIdx="568"/>
  <p:cmAuthor id="570" name="未知的使用者84" initials="未" lastIdx="0" clrIdx="569"/>
  <p:cmAuthor id="571" name="未知的使用者85" initials="未" lastIdx="0" clrIdx="570"/>
  <p:cmAuthor id="572" name="未知的使用者87" initials="未" lastIdx="0" clrIdx="571"/>
  <p:cmAuthor id="573" name="未知的使用者90" initials="未" lastIdx="0" clrIdx="572"/>
  <p:cmAuthor id="574" name="未知的使用者91" initials="未" lastIdx="0" clrIdx="573"/>
  <p:cmAuthor id="575" name="CHRISYU" initials="C" lastIdx="0" clrIdx="574"/>
  <p:cmAuthor id="576" name="David Morgan (HI)" initials="D" lastIdx="0" clrIdx="575"/>
  <p:cmAuthor id="577" name="李政奇" initials="ZQ.L" lastIdx="0" clrIdx="576"/>
  <p:cmAuthor id="578" name="Kate Sillitoe (HI)" initials="K" lastIdx="0" clrIdx="577"/>
  <p:cmAuthor id="579" name="孟轩君" initials="孟" lastIdx="0" clrIdx="578"/>
  <p:cmAuthor id="580" name="PC" initials="P" lastIdx="0" clrIdx="579"/>
  <p:cmAuthor id="581" name="miaott" initials="m" lastIdx="0" clrIdx="580"/>
  <p:cmAuthor id="582" name="齐涛" initials="齐" lastIdx="0" clrIdx="581"/>
  <p:cmAuthor id="583" name="zhaoby01" initials="z" lastIdx="0" clrIdx="582"/>
  <p:cmAuthor id="584" name="Lydia" initials="L" lastIdx="0" clrIdx="583"/>
  <p:cmAuthor id="585" name="fengyuan03" initials="f" lastIdx="0" clrIdx="584"/>
  <p:cmAuthor id="586" name="未知的使用者161" initials="未" lastIdx="0" clrIdx="585"/>
  <p:cmAuthor id="587" name="xusha" initials="x" lastIdx="0" clrIdx="586"/>
  <p:cmAuthor id="588" name="李 东科" initials="李" lastIdx="0" clrIdx="587"/>
  <p:cmAuthor id="589" name="未知的使用者152" initials="未" lastIdx="0" clrIdx="588"/>
  <p:cmAuthor id="590" name="何富军" initials="何" lastIdx="0" clrIdx="589"/>
  <p:cmAuthor id="591" name="闫秀丽" initials="闫" lastIdx="0" clrIdx="590"/>
  <p:cmAuthor id="592" name="fafa" initials="f" lastIdx="0" clrIdx="591"/>
  <p:cmAuthor id="593" name="qatr130" initials="q" lastIdx="0" clrIdx="592"/>
  <p:cmAuthor id="594" name="未知的使用者176" initials="未" lastIdx="0" clrIdx="593"/>
  <p:cmAuthor id="595" name="未知用户84" initials="未" lastIdx="0" clrIdx="594"/>
  <p:cmAuthor id="596" name="未知的使用者178" initials="未" lastIdx="0" clrIdx="595"/>
  <p:cmAuthor id="597" name="未知的使用者179" initials="未" lastIdx="0" clrIdx="596"/>
  <p:cmAuthor id="598" name="未知的使用者180" initials="未" lastIdx="0" clrIdx="597"/>
  <p:cmAuthor id="599" name="未知用户94" initials="未" lastIdx="0" clrIdx="598"/>
  <p:cmAuthor id="600" name="未知用户95" initials="未" lastIdx="0" clrIdx="599"/>
  <p:cmAuthor id="601" name="橙子" initials="橙" lastIdx="0" clrIdx="600"/>
  <p:cmAuthor id="602" name="加 林" initials="加" lastIdx="0" clrIdx="601"/>
  <p:cmAuthor id="603" name="wenle369@sina.com" initials="w" lastIdx="0" clrIdx="602"/>
  <p:cmAuthor id="604" name="未知用户418" initials="未" lastIdx="0" clrIdx="603"/>
  <p:cmAuthor id="605" name="未知用户271" initials="未" lastIdx="0" clrIdx="604"/>
  <p:cmAuthor id="606" name="过 去" initials="过" lastIdx="0" clrIdx="605"/>
  <p:cmAuthor id="607" name="ChinaUser" initials="C" lastIdx="0" clrIdx="606"/>
  <p:cmAuthor id="608" name="linkplus" initials="l" lastIdx="0" clrIdx="607"/>
  <p:cmAuthor id="609" name="未知用户118" initials="未" lastIdx="0" clrIdx="608"/>
  <p:cmAuthor id="610" name="未知用户119" initials="未" lastIdx="0" clrIdx="609"/>
  <p:cmAuthor id="611" name="未知用户120" initials="未" lastIdx="0" clrIdx="610"/>
  <p:cmAuthor id="612" name="未知用户121" initials="未" lastIdx="0" clrIdx="611"/>
  <p:cmAuthor id="613" name="未知用户122" initials="未" lastIdx="0" clrIdx="612"/>
  <p:cmAuthor id="614" name="未知用户123" initials="未" lastIdx="0" clrIdx="613"/>
  <p:cmAuthor id="615" name="未知用户124" initials="未" lastIdx="0" clrIdx="614"/>
  <p:cmAuthor id="616" name="未知用户125" initials="未" lastIdx="0" clrIdx="615"/>
  <p:cmAuthor id="617" name="未知用户126" initials="未" lastIdx="0" clrIdx="616"/>
  <p:cmAuthor id="618" name="未知用户127" initials="未" lastIdx="0" clrIdx="617"/>
  <p:cmAuthor id="619" name="未知用户128" initials="未" lastIdx="0" clrIdx="618"/>
  <p:cmAuthor id="620" name="未知用户129" initials="未" lastIdx="0" clrIdx="619"/>
  <p:cmAuthor id="621" name="未知用户130" initials="未" lastIdx="0" clrIdx="620"/>
  <p:cmAuthor id="622" name="未知用户131" initials="未" lastIdx="0" clrIdx="621"/>
  <p:cmAuthor id="623" name="未知用户132" initials="未" lastIdx="0" clrIdx="622"/>
  <p:cmAuthor id="624" name="未知用户133" initials="未" lastIdx="0" clrIdx="623"/>
  <p:cmAuthor id="625" name="未知用户134" initials="未" lastIdx="0" clrIdx="624"/>
  <p:cmAuthor id="626" name="未知用户135" initials="未" lastIdx="0" clrIdx="625"/>
  <p:cmAuthor id="627" name="未知用户136" initials="未" lastIdx="0" clrIdx="626"/>
  <p:cmAuthor id="628" name="未知用户137" initials="未" lastIdx="0" clrIdx="627"/>
  <p:cmAuthor id="629" name="未知用户138" initials="未" lastIdx="0" clrIdx="628"/>
  <p:cmAuthor id="630" name="未知用户141" initials="未" lastIdx="0" clrIdx="629"/>
  <p:cmAuthor id="631" name="未知用户142" initials="未" lastIdx="0" clrIdx="630"/>
  <p:cmAuthor id="632" name="未知用户143" initials="未" lastIdx="0" clrIdx="631"/>
  <p:cmAuthor id="633" name="未知用户144" initials="未" lastIdx="0" clrIdx="632"/>
  <p:cmAuthor id="634" name="未知用户145" initials="未" lastIdx="0" clrIdx="633"/>
  <p:cmAuthor id="635" name="未知用户139" initials="未" lastIdx="0" clrIdx="634"/>
  <p:cmAuthor id="636" name="未知用户188" initials="未" lastIdx="0" clrIdx="635"/>
  <p:cmAuthor id="637" name="未知用户189" initials="未" lastIdx="0" clrIdx="636"/>
  <p:cmAuthor id="638" name="未知用户165" initials="未" lastIdx="0" clrIdx="637"/>
  <p:cmAuthor id="639" name="未知用户166" initials="未" lastIdx="0" clrIdx="638"/>
  <p:cmAuthor id="640" name="未知用户167" initials="未" lastIdx="0" clrIdx="639"/>
  <p:cmAuthor id="641" name="未知用户168" initials="未" lastIdx="0" clrIdx="640"/>
  <p:cmAuthor id="642" name="未知用户169" initials="未" lastIdx="0" clrIdx="641"/>
  <p:cmAuthor id="643" name="未知用户174" initials="未" lastIdx="0" clrIdx="642"/>
  <p:cmAuthor id="644" name="未知用户175" initials="未" lastIdx="0" clrIdx="643"/>
  <p:cmAuthor id="645" name="未知用户176" initials="未" lastIdx="0" clrIdx="644"/>
  <p:cmAuthor id="646" name="alen" initials="a" lastIdx="0" clrIdx="645"/>
  <p:cmAuthor id="647" name="USER" initials="U" lastIdx="0" clrIdx="646"/>
  <p:cmAuthor id="648" name="王 一鸣" initials="王" lastIdx="0" clrIdx="647"/>
  <p:cmAuthor id="649" name="Well Li" initials="W" lastIdx="0" clrIdx="648"/>
  <p:cmAuthor id="650" name="任俊宣" initials="任" lastIdx="0" clrIdx="649"/>
  <p:cmAuthor id="651" name="未知用户198" initials="未" lastIdx="0" clrIdx="650"/>
  <p:cmAuthor id="652" name="未知用户220" initials="未" lastIdx="0" clrIdx="651"/>
  <p:cmAuthor id="653" name="未知用户221" initials="未" lastIdx="0" clrIdx="652"/>
  <p:cmAuthor id="654" name="未知用户199" initials="未" lastIdx="0" clrIdx="653"/>
  <p:cmAuthor id="655" name="未知用户200" initials="未" lastIdx="0" clrIdx="654"/>
  <p:cmAuthor id="656" name="未知用户201" initials="未" lastIdx="0" clrIdx="655"/>
  <p:cmAuthor id="657" name="未知用户214" initials="未" lastIdx="0" clrIdx="656"/>
  <p:cmAuthor id="658" name="未知用户216" initials="未" lastIdx="0" clrIdx="657"/>
  <p:cmAuthor id="659" name="未知用户202" initials="未" lastIdx="0" clrIdx="658"/>
  <p:cmAuthor id="660" name="未知用户203" initials="未" lastIdx="0" clrIdx="659"/>
  <p:cmAuthor id="661" name="未知用户204" initials="未" lastIdx="0" clrIdx="660"/>
  <p:cmAuthor id="662" name="未知用户205" initials="未" lastIdx="0" clrIdx="661"/>
  <p:cmAuthor id="663" name="未知用户206" initials="未" lastIdx="0" clrIdx="662"/>
  <p:cmAuthor id="664" name="未知用户207" initials="未" lastIdx="0" clrIdx="663"/>
  <p:cmAuthor id="665" name="未知用户208" initials="未" lastIdx="0" clrIdx="664"/>
  <p:cmAuthor id="666" name="未知用户209" initials="未" lastIdx="0" clrIdx="665"/>
  <p:cmAuthor id="667" name="未知用户210" initials="未" lastIdx="0" clrIdx="666"/>
  <p:cmAuthor id="668" name="未知用户213" initials="未" lastIdx="0" clrIdx="667"/>
  <p:cmAuthor id="669" name="未知用户211" initials="未" lastIdx="0" clrIdx="668"/>
  <p:cmAuthor id="670" name="?定义" initials="?" lastIdx="0" clrIdx="669"/>
  <p:cmAuthor id="671" name="sxp" initials="s" lastIdx="0" clrIdx="670"/>
  <p:cmAuthor id="672" name="allan" initials="a" lastIdx="0" clrIdx="671"/>
  <p:cmAuthor id="673" name="梁亚栋" initials="authorId_233440905" lastIdx="0" clrIdx="672"/>
  <p:cmAuthor id="674" name=" " initials="" lastIdx="0" clrIdx="673"/>
  <p:cmAuthor id="675" name="王 金谦" initials="王" lastIdx="0" clrIdx="674"/>
  <p:cmAuthor id="676" name="未知用户197" initials="未" lastIdx="0" clrIdx="675"/>
  <p:cmAuthor id="677" name="未知用户337" initials="未" lastIdx="0" clrIdx="676"/>
  <p:cmAuthor id="678" name="未知用户336" initials="未" lastIdx="0" clrIdx="677"/>
  <p:cmAuthor id="679" name="未知用户318" initials="未" lastIdx="0" clrIdx="678"/>
  <p:cmAuthor id="680" name="未知用户320" initials="未" lastIdx="0" clrIdx="679"/>
  <p:cmAuthor id="681" name="未知用户322" initials="未" lastIdx="0" clrIdx="680"/>
  <p:cmAuthor id="682" name="未知用户323" initials="未" lastIdx="0" clrIdx="681"/>
  <p:cmAuthor id="683" name="未知用户287" initials="未" lastIdx="0" clrIdx="682"/>
  <p:cmAuthor id="684" name="未知用户324" initials="未" lastIdx="0" clrIdx="683"/>
  <p:cmAuthor id="685" name="未知用户325" initials="未" lastIdx="0" clrIdx="684"/>
  <p:cmAuthor id="686" name="未知用户290" initials="未" lastIdx="0" clrIdx="685"/>
  <p:cmAuthor id="687" name="未知用户291" initials="未" lastIdx="0" clrIdx="686"/>
  <p:cmAuthor id="688" name="未知用户292" initials="未" lastIdx="0" clrIdx="687"/>
  <p:cmAuthor id="689" name="未知用户293" initials="未" lastIdx="0" clrIdx="688"/>
  <p:cmAuthor id="690" name="未知用户294" initials="未" lastIdx="0" clrIdx="689"/>
  <p:cmAuthor id="691" name="未知用户295" initials="未" lastIdx="0" clrIdx="690"/>
  <p:cmAuthor id="692" name="未知用户326" initials="未" lastIdx="0" clrIdx="691"/>
  <p:cmAuthor id="693" name="未知用户327" initials="未" lastIdx="0" clrIdx="692"/>
  <p:cmAuthor id="694" name="未知用户328" initials="未" lastIdx="0" clrIdx="693"/>
  <p:cmAuthor id="695" name="未知用户299" initials="未" lastIdx="0" clrIdx="694"/>
  <p:cmAuthor id="696" name="未知用户300" initials="未" lastIdx="0" clrIdx="695"/>
  <p:cmAuthor id="697" name="未知用户301" initials="未" lastIdx="0" clrIdx="696"/>
  <p:cmAuthor id="698" name="未知用户302" initials="未" lastIdx="0" clrIdx="697"/>
  <p:cmAuthor id="699" name="未知用户303" initials="未" lastIdx="0" clrIdx="698"/>
  <p:cmAuthor id="700" name="未知用户304" initials="未" lastIdx="0" clrIdx="699"/>
  <p:cmAuthor id="701" name="未知用户305" initials="未" lastIdx="0" clrIdx="700"/>
  <p:cmAuthor id="702" name="未知用户306" initials="未" lastIdx="0" clrIdx="701"/>
  <p:cmAuthor id="703" name="未知用户222" initials="未" lastIdx="0" clrIdx="702"/>
  <p:cmAuthor id="704" name="未知用户224" initials="未" lastIdx="0" clrIdx="703"/>
  <p:cmAuthor id="705" name="未知用户332" initials="未" lastIdx="0" clrIdx="704"/>
  <p:cmAuthor id="706" name="未知用户309" initials="未" lastIdx="0" clrIdx="705"/>
  <p:cmAuthor id="707" name="未知用户310" initials="未" lastIdx="0" clrIdx="706"/>
  <p:cmAuthor id="708" name="未知用户311" initials="未" lastIdx="0" clrIdx="707"/>
  <p:cmAuthor id="709" name="未知用户312" initials="未" lastIdx="0" clrIdx="708"/>
  <p:cmAuthor id="710" name="未知用户313" initials="未" lastIdx="0" clrIdx="709"/>
  <p:cmAuthor id="711" name="未知用户335" initials="未" lastIdx="0" clrIdx="710"/>
  <p:cmAuthor id="712" name="未知用户316" initials="未" lastIdx="0" clrIdx="711"/>
  <p:cmAuthor id="713" name="未知用户277" initials="未" lastIdx="0" clrIdx="712"/>
  <p:cmAuthor id="714" name="未知用户278" initials="未" lastIdx="0" clrIdx="713"/>
  <p:cmAuthor id="715" name="未知用户272" initials="未" lastIdx="0" clrIdx="714"/>
  <p:cmAuthor id="716" name="未知用户273" initials="未" lastIdx="0" clrIdx="715"/>
  <p:cmAuthor id="717" name="未知用户279" initials="未" lastIdx="0" clrIdx="716"/>
  <p:cmAuthor id="718" name="未知用户233" initials="未" lastIdx="0" clrIdx="717"/>
  <p:cmAuthor id="719" name="未知用户229" initials="未" lastIdx="0" clrIdx="718"/>
  <p:cmAuthor id="720" name="未知用户234" initials="未" lastIdx="0" clrIdx="719"/>
  <p:cmAuthor id="721" name="未知用户274" initials="未" lastIdx="0" clrIdx="720"/>
  <p:cmAuthor id="722" name="未知用户236" initials="未" lastIdx="0" clrIdx="721"/>
  <p:cmAuthor id="723" name="未知用户280" initials="未" lastIdx="0" clrIdx="722"/>
  <p:cmAuthor id="724" name="未知用户238" initials="未" lastIdx="0" clrIdx="723"/>
  <p:cmAuthor id="725" name="未知用户239" initials="未" lastIdx="0" clrIdx="724"/>
  <p:cmAuthor id="726" name="未知用户240" initials="未" lastIdx="0" clrIdx="725"/>
  <p:cmAuthor id="727" name="未知用户241" initials="未" lastIdx="0" clrIdx="726"/>
  <p:cmAuthor id="728" name="未知用户242" initials="未" lastIdx="0" clrIdx="727"/>
  <p:cmAuthor id="729" name="未知用户243" initials="未" lastIdx="0" clrIdx="728"/>
  <p:cmAuthor id="730" name="未知用户244" initials="未" lastIdx="0" clrIdx="729"/>
  <p:cmAuthor id="731" name="未知用户245" initials="未" lastIdx="0" clrIdx="730"/>
  <p:cmAuthor id="732" name="未知用户246" initials="未" lastIdx="0" clrIdx="731"/>
  <p:cmAuthor id="733" name="未知用户247" initials="未" lastIdx="0" clrIdx="732"/>
  <p:cmAuthor id="734" name="未知用户248" initials="未" lastIdx="0" clrIdx="733"/>
  <p:cmAuthor id="735" name="未知用户249" initials="未" lastIdx="0" clrIdx="734"/>
  <p:cmAuthor id="736" name="未知用户250" initials="未" lastIdx="0" clrIdx="735"/>
  <p:cmAuthor id="737" name="未知用户251" initials="未" lastIdx="0" clrIdx="736"/>
  <p:cmAuthor id="738" name="未知用户252" initials="未" lastIdx="0" clrIdx="737"/>
  <p:cmAuthor id="739" name="未知用户253" initials="未" lastIdx="0" clrIdx="738"/>
  <p:cmAuthor id="740" name="未知用户254" initials="未" lastIdx="0" clrIdx="739"/>
  <p:cmAuthor id="741" name="未知用户255" initials="未" lastIdx="0" clrIdx="740"/>
  <p:cmAuthor id="742" name="未知用户256" initials="未" lastIdx="0" clrIdx="741"/>
  <p:cmAuthor id="743" name="未知用户257" initials="未" lastIdx="0" clrIdx="742"/>
  <p:cmAuthor id="744" name="未知用户258" initials="未" lastIdx="0" clrIdx="743"/>
  <p:cmAuthor id="745" name="未知用户259" initials="未" lastIdx="0" clrIdx="744"/>
  <p:cmAuthor id="746" name="未知用户260" initials="未" lastIdx="0" clrIdx="745"/>
  <p:cmAuthor id="747" name="未知用户275" initials="未" lastIdx="0" clrIdx="746"/>
  <p:cmAuthor id="748" name="未知用户276" initials="未" lastIdx="0" clrIdx="747"/>
  <p:cmAuthor id="749" name="未知用户263" initials="未" lastIdx="0" clrIdx="748"/>
  <p:cmAuthor id="750" name="未知用户264" initials="未" lastIdx="0" clrIdx="749"/>
  <p:cmAuthor id="751" name="未知用户265" initials="未" lastIdx="0" clrIdx="750"/>
  <p:cmAuthor id="752" name="未知用户266" initials="未" lastIdx="0" clrIdx="751"/>
  <p:cmAuthor id="753" name="未知用户267" initials="未" lastIdx="0" clrIdx="752"/>
  <p:cmAuthor id="754" name="未知用户268" initials="未" lastIdx="0" clrIdx="753"/>
  <p:cmAuthor id="755" name="未知用户269" initials="未" lastIdx="0" clrIdx="754"/>
  <p:cmAuthor id="756" name="未知用户270" initials="未" lastIdx="0" clrIdx="755"/>
  <p:cmAuthor id="757" name="未知用户193" initials="未" lastIdx="0" clrIdx="756"/>
  <p:cmAuthor id="758" name="未知用户195" initials="未" lastIdx="0" clrIdx="757"/>
  <p:cmAuthor id="759" name="未知用户196" initials="未" lastIdx="0" clrIdx="758"/>
  <p:cmAuthor id="760" name="未知用户358" initials="未" lastIdx="0" clrIdx="759"/>
  <p:cmAuthor id="761" name="未知用户359" initials="未" lastIdx="0" clrIdx="760"/>
  <p:cmAuthor id="762" name="未知用户360" initials="未" lastIdx="0" clrIdx="761"/>
  <p:cmAuthor id="763" name="未知用户361" initials="未" lastIdx="0" clrIdx="762"/>
  <p:cmAuthor id="764" name="未知用户364" initials="未" lastIdx="0" clrIdx="763"/>
  <p:cmAuthor id="765" name="未知用户288" initials="未" lastIdx="0" clrIdx="764"/>
  <p:cmAuthor id="766" name="未知用户297" initials="未" lastIdx="0" clrIdx="765"/>
  <p:cmAuthor id="767" name="未知用户298" initials="未" lastIdx="0" clrIdx="766"/>
  <p:cmAuthor id="768" name="未知用户307" initials="未" lastIdx="0" clrIdx="767"/>
  <p:cmAuthor id="769" name="未知用户308" initials="未" lastIdx="0" clrIdx="768"/>
  <p:cmAuthor id="770" name="未知用户315" initials="未" lastIdx="0" clrIdx="769"/>
  <p:cmAuthor id="771" name="未知用户317" initials="未" lastIdx="0" clrIdx="770"/>
  <p:cmAuthor id="772" name="未知用户329" initials="未" lastIdx="0" clrIdx="771"/>
  <p:cmAuthor id="773" name="未知用户333" initials="未" lastIdx="0" clrIdx="772"/>
  <p:cmAuthor id="774" name="未知用户334" initials="未" lastIdx="0" clrIdx="773"/>
  <p:cmAuthor id="775" name="未知用户340" initials="未" lastIdx="0" clrIdx="774"/>
  <p:cmAuthor id="776" name="未知用户341" initials="未" lastIdx="0" clrIdx="775"/>
  <p:cmAuthor id="777" name="未知用户342" initials="未" lastIdx="0" clrIdx="776"/>
  <p:cmAuthor id="778" name="未知用户343" initials="未" lastIdx="0" clrIdx="777"/>
  <p:cmAuthor id="779" name="未知用户344" initials="未" lastIdx="0" clrIdx="778"/>
  <p:cmAuthor id="780" name="未知用户345" initials="未" lastIdx="0" clrIdx="779"/>
  <p:cmAuthor id="781" name="未知用户365" initials="未" lastIdx="0" clrIdx="780"/>
  <p:cmAuthor id="782" name="未知用户366" initials="未" lastIdx="0" clrIdx="781"/>
  <p:cmAuthor id="783" name="未知用户367" initials="未" lastIdx="0" clrIdx="782"/>
  <p:cmAuthor id="784" name="未知用户368" initials="未" lastIdx="0" clrIdx="783"/>
  <p:cmAuthor id="785" name="未知用户403" initials="未" lastIdx="0" clrIdx="784"/>
  <p:cmAuthor id="786" name="未知用户402" initials="未" lastIdx="0" clrIdx="785"/>
  <p:cmAuthor id="787" name="未知用户379" initials="未" lastIdx="0" clrIdx="786"/>
  <p:cmAuthor id="788" name="未知用户380" initials="未" lastIdx="0" clrIdx="787"/>
  <p:cmAuthor id="789" name="未知用户405" initials="未" lastIdx="0" clrIdx="788"/>
  <p:cmAuthor id="790" name="未知用户382" initials="未" lastIdx="0" clrIdx="789"/>
  <p:cmAuthor id="791" name="未知用户383" initials="未" lastIdx="0" clrIdx="790"/>
  <p:cmAuthor id="792" name="未知用户384" initials="未" lastIdx="0" clrIdx="791"/>
  <p:cmAuthor id="793" name="未知用户385" initials="未" lastIdx="0" clrIdx="792"/>
  <p:cmAuthor id="794" name="未知用户386" initials="未" lastIdx="0" clrIdx="793"/>
  <p:cmAuthor id="795" name="未知用户387" initials="未" lastIdx="0" clrIdx="794"/>
  <p:cmAuthor id="796" name="未知用户388" initials="未" lastIdx="0" clrIdx="795"/>
  <p:cmAuthor id="797" name="未知用户411" initials="未" lastIdx="0" clrIdx="796"/>
  <p:cmAuthor id="798" name="未知用户389" initials="未" lastIdx="0" clrIdx="797"/>
  <p:cmAuthor id="799" name="未知用户390" initials="未" lastIdx="0" clrIdx="798"/>
  <p:cmAuthor id="800" name="未知用户391" initials="未" lastIdx="0" clrIdx="799"/>
  <p:cmAuthor id="801" name="未知用户392" initials="未" lastIdx="0" clrIdx="800"/>
  <p:cmAuthor id="802" name="未知用户393" initials="未" lastIdx="0" clrIdx="801"/>
  <p:cmAuthor id="803" name="未知用户394" initials="未" lastIdx="0" clrIdx="802"/>
  <p:cmAuthor id="804" name="未知用户395" initials="未" lastIdx="0" clrIdx="803"/>
  <p:cmAuthor id="805" name="未知用户396" initials="未" lastIdx="0" clrIdx="804"/>
  <p:cmAuthor id="806" name="未知用户406" initials="未" lastIdx="0" clrIdx="805"/>
  <p:cmAuthor id="807" name="未知用户397" initials="未" lastIdx="0" clrIdx="806"/>
  <p:cmAuthor id="808" name="未知用户407" initials="未" lastIdx="0" clrIdx="807"/>
  <p:cmAuthor id="809" name="群智集" initials="群" lastIdx="0" clrIdx="808"/>
  <p:cmAuthor id="810" name="未知用户398" initials="未" lastIdx="0" clrIdx="809"/>
  <p:cmAuthor id="811" name="18937034561@189.cn" initials="1" lastIdx="0" clrIdx="810"/>
  <p:cmAuthor id="812" name="未知用户399" initials="未" lastIdx="0" clrIdx="811"/>
  <p:cmAuthor id="813" name="李金金" initials="李金金" lastIdx="0" clrIdx="812"/>
  <p:cmAuthor id="814" name="未知用户400" initials="未" lastIdx="0" clrIdx="813"/>
  <p:cmAuthor id="815" name="xw" initials="x" lastIdx="0" clrIdx="814"/>
  <p:cmAuthor id="816" name="未知用户401" initials="未" lastIdx="0" clrIdx="815"/>
  <p:cmAuthor id="817" name="未知用户420" initials="未" lastIdx="0" clrIdx="816"/>
  <p:cmAuthor id="818" name="未知用户421" initials="未" lastIdx="0" clrIdx="817"/>
  <p:cmAuthor id="819" name="goforever814" initials="g" lastIdx="0" clrIdx="818"/>
  <p:cmAuthor id="820" name="未知用户422" initials="未" lastIdx="0" clrIdx="819"/>
  <p:cmAuthor id="821" name="未知用户423" initials="未" lastIdx="0" clrIdx="820"/>
  <p:cmAuthor id="822" name="未知用户424" initials="未" lastIdx="0" clrIdx="821"/>
  <p:cmAuthor id="823" name="未知用户419" initials="未" lastIdx="0" clrIdx="822"/>
  <p:cmAuthor id="824" name="未知用户425" initials="未" lastIdx="0" clrIdx="823"/>
  <p:cmAuthor id="825" name="未知用户426" initials="未" lastIdx="0" clrIdx="824"/>
  <p:cmAuthor id="826" name="未知用户427" initials="未" lastIdx="0" clrIdx="825"/>
  <p:cmAuthor id="827" name="未知用户428" initials="未" lastIdx="0" clrIdx="826"/>
  <p:cmAuthor id="828" name="未知用户429" initials="未" lastIdx="0" clrIdx="827"/>
  <p:cmAuthor id="829" name="未知用户430" initials="未" lastIdx="0" clrIdx="828"/>
  <p:cmAuthor id="830" name="未知用户431" initials="未" lastIdx="0" clrIdx="829"/>
  <p:cmAuthor id="831" name="未知用户432" initials="未" lastIdx="0" clrIdx="830"/>
  <p:cmAuthor id="832" name="未知用户433" initials="未" lastIdx="0" clrIdx="831"/>
  <p:cmAuthor id="833" name="未知用户434" initials="未" lastIdx="0" clrIdx="832"/>
  <p:cmAuthor id="834" name="未知用户435" initials="未" lastIdx="0" clrIdx="833"/>
  <p:cmAuthor id="835" name="未知用户436" initials="未" lastIdx="0" clrIdx="834"/>
  <p:cmAuthor id="836" name="未知用户437" initials="未" lastIdx="0" clrIdx="835"/>
  <p:cmAuthor id="837" name="未知用户438" initials="未" lastIdx="0" clrIdx="836"/>
  <p:cmAuthor id="838" name="未知用户417" initials="未" lastIdx="0" clrIdx="837"/>
  <p:cmAuthor id="839" name="未知用户439" initials="未" lastIdx="0" clrIdx="838"/>
  <p:cmAuthor id="840" name="未知用户440" initials="未" lastIdx="0" clrIdx="839"/>
  <p:cmAuthor id="841" name="未知用户441" initials="未" lastIdx="0" clrIdx="840"/>
  <p:cmAuthor id="842" name="未知用户442" initials="未" lastIdx="0" clrIdx="841"/>
  <p:cmAuthor id="843" name="未知用户443" initials="未" lastIdx="0" clrIdx="842"/>
  <p:cmAuthor id="844" name="杨强" initials="杨" lastIdx="0" clrIdx="843"/>
  <p:cmAuthor id="845" name="未知用户444" initials="未" lastIdx="0" clrIdx="844"/>
  <p:cmAuthor id="846" name="檀晟 陈" initials="檀晟" lastIdx="0" clrIdx="845"/>
  <p:cmAuthor id="847" name="未知用户445" initials="未" lastIdx="0" clrIdx="846"/>
  <p:cmAuthor id="848" name="未知用户446" initials="未" lastIdx="0" clrIdx="847"/>
  <p:cmAuthor id="849" name="未知用户447" initials="未" lastIdx="0" clrIdx="848"/>
  <p:cmAuthor id="850" name="未知用户448" initials="未" lastIdx="0" clrIdx="849"/>
  <p:cmAuthor id="851" name="刘浩" initials="刘" lastIdx="0" clrIdx="850"/>
  <p:cmAuthor id="852" name="Vivian Liu" initials="VL" lastIdx="0" clrIdx="851"/>
  <p:cmAuthor id="853" name="杨 贺春" initials="杨" lastIdx="0" clrIdx="852"/>
  <p:cmAuthor id="854" name="伟哥" initials="伟哥" lastIdx="0" clrIdx="853"/>
  <p:cmAuthor id="855" name="wlj352" initials="w" lastIdx="0" clrIdx="854"/>
  <p:cmAuthor id="856" name="朗 月" initials="朗" lastIdx="0" clrIdx="855"/>
  <p:cmAuthor id="857" name="linxiao" initials="l" lastIdx="0" clrIdx="856"/>
  <p:cmAuthor id="858" name="殷 积波" initials="殷" lastIdx="0" clrIdx="857"/>
  <p:cmAuthor id="859" name="启浩" initials="启" lastIdx="0" clrIdx="858"/>
  <p:cmAuthor id="860" name="袨?嗴?傤?" initials="袨" lastIdx="0" clrIdx="859"/>
  <p:cmAuthor id="861" name="林玲 郑" initials="林" lastIdx="0" clrIdx="860"/>
  <p:cmAuthor id="862" name="554154816@qq.com" initials="5" lastIdx="0" clrIdx="861"/>
  <p:cmAuthor id="863" name="未知用户192" initials="未" lastIdx="0" clrIdx="862"/>
  <p:cmAuthor id="864" name="贝贝ai猪" initials="贝" lastIdx="0" clrIdx="863"/>
  <p:cmAuthor id="865" name="GSTA-ZhR" initials="G" lastIdx="0" clrIdx="864"/>
  <p:cmAuthor id="866" name="許詩婕" initials="許" lastIdx="0" clrIdx="865"/>
  <p:cmAuthor id="867" name="lirp" initials="l" lastIdx="0" clrIdx="866"/>
  <p:cmAuthor id="868" name="sdzz-syy" initials="s" lastIdx="0" clrIdx="867"/>
  <p:cmAuthor id="869" name="15106" initials="1" lastIdx="0" clrIdx="868"/>
  <p:cmAuthor id="870" name="赵 璐" initials="赵" lastIdx="0" clrIdx="869"/>
  <p:cmAuthor id="871" name="wl" initials="w" lastIdx="0" clrIdx="870"/>
  <p:cmAuthor id="872" name="Zhu, Hawk" initials="Z" lastIdx="0" clrIdx="871"/>
  <p:cmAuthor id="873" name="hl" initials="h" lastIdx="0" clrIdx="872"/>
  <p:cmAuthor id="874" name="tanjp" initials="t" lastIdx="0" clrIdx="873"/>
  <p:cmAuthor id="875" name="YS" initials="Y" lastIdx="0" clrIdx="874"/>
  <p:cmAuthor id="876" name="翔 姚" initials="翔" lastIdx="0" clrIdx="875"/>
  <p:cmAuthor id="877" name="10285279" initials="1" lastIdx="0" clrIdx="876"/>
  <p:cmAuthor id="878" name="Xin Wang" initials="X" lastIdx="0" clrIdx="877"/>
  <p:cmAuthor id="879" name="chenzheng4" initials="c" lastIdx="0" clrIdx="878"/>
  <p:cmAuthor id="880" name="王 震环" initials="王" lastIdx="0" clrIdx="879"/>
  <p:cmAuthor id="881" name="66030012@UE" initials="w" lastIdx="0" clrIdx="880"/>
  <p:cmAuthor id="882" name="guoge" initials="g" lastIdx="0" clrIdx="881"/>
  <p:cmAuthor id="883" name="chenmh" initials="c" lastIdx="0" clrIdx="882"/>
  <p:cmAuthor id="884" name="刘彩琴" initials="刘" lastIdx="0" clrIdx="883"/>
  <p:cmAuthor id="885" name="ju zhang" initials="j" lastIdx="0" clrIdx="884"/>
  <p:cmAuthor id="886" name="z cl" initials="z" lastIdx="0" clrIdx="885"/>
  <p:cmAuthor id="887" name="aa" initials="a" lastIdx="0" clrIdx="886"/>
  <p:cmAuthor id="888" name="刘 帅" initials="刘" lastIdx="0" clrIdx="887"/>
  <p:cmAuthor id="889" name="martin" initials="m" lastIdx="0" clrIdx="888"/>
  <p:cmAuthor id="890" name="qin yu" initials="q" lastIdx="0" clrIdx="889"/>
  <p:cmAuthor id="891" name="吴军影" initials="吴" lastIdx="0" clrIdx="890"/>
  <p:cmAuthor id="892" name="冯学沛" initials="冯" lastIdx="0" clrIdx="891"/>
  <p:cmAuthor id="893" name="李建阳（内蒙古英才管培生）" initials="李" lastIdx="0" clrIdx="892"/>
  <p:cmAuthor id="894" name="马靖松" initials="马" lastIdx="0" clrIdx="893"/>
  <p:cmAuthor id="895" name="pingchangxin@outlook.com LI" initials="p" lastIdx="0" clrIdx="894"/>
  <p:cmAuthor id="896" name="施祖阳" initials="shizy" lastIdx="0" clrIdx="895"/>
  <p:cmAuthor id="897" name="张晓燕(内蒙古巴彦淖尔)" initials="张" lastIdx="0" clrIdx="896"/>
  <p:cmAuthor id="898" name="王凯" initials="王" lastIdx="0" clrIdx="897"/>
  <p:cmAuthor id="899" name="沈琪-pbj" initials="沈" lastIdx="0" clrIdx="898"/>
  <p:cmAuthor id="900" name="00035181" initials="0" lastIdx="0" clrIdx="899"/>
  <p:cmAuthor id="901" name="鄢智勇" initials="鄢" lastIdx="0" clrIdx="900"/>
  <p:cmAuthor id="902" name="李蕾00009994" initials="李蕾00009994" lastIdx="0" clrIdx="901"/>
  <p:cmAuthor id="903" name="LUO CHENG" initials="L" lastIdx="0" clrIdx="902"/>
  <p:cmAuthor id="904" name="Saku Uchikawa" initials="S" lastIdx="0" clrIdx="903"/>
  <p:cmAuthor id="905" name="scx" initials="s" lastIdx="0" clrIdx="904"/>
  <p:cmAuthor id="906" name="shenyanning-001" initials="s" lastIdx="0" clrIdx="905"/>
  <p:cmAuthor id="907" name="00065088" initials="0" lastIdx="0" clrIdx="906"/>
  <p:cmAuthor id="908" name="lipengfei01111@outlook.com" initials="l" lastIdx="0" clrIdx="907"/>
  <p:cmAuthor id="909" name="Evander Wan" initials="E" lastIdx="0" clrIdx="908"/>
  <p:cmAuthor id="910" name="10066351" initials="1" lastIdx="0" clrIdx="909"/>
  <p:cmAuthor id="911" name="邱灿辉" initials="邱" lastIdx="0" clrIdx="910"/>
  <p:cmAuthor id="912" name="Simon Camp" initials="S" lastIdx="0" clrIdx="911"/>
  <p:cmAuthor id="913" name="蔡建楠" initials="caijianna" lastIdx="0" clrIdx="912"/>
  <p:cmAuthor id="914" name="郭佳宏" initials="郭" lastIdx="0" clrIdx="913"/>
  <p:cmAuthor id="915" name="王书珍" initials="王" lastIdx="0" clrIdx="914"/>
  <p:cmAuthor id="916" name="光善军" initials="光" lastIdx="0" clrIdx="915"/>
  <p:cmAuthor id="917" name="何兴胜" initials="何" lastIdx="0" clrIdx="916"/>
  <p:cmAuthor id="918" name="bing" initials="b" lastIdx="0" clrIdx="917"/>
  <p:cmAuthor id="919" name="10288631" initials="1" lastIdx="0" clrIdx="918"/>
  <p:cmAuthor id="920" name="hh" initials="h" lastIdx="0" clrIdx="919"/>
  <p:cmAuthor id="921" name="273839920@qq.com" initials="2" lastIdx="0" clrIdx="920"/>
  <p:cmAuthor id="922" name="用户" initials="用" lastIdx="0" clrIdx="921"/>
  <p:cmAuthor id="923" name="wangx" initials="w" lastIdx="0" clrIdx="922"/>
  <p:cmAuthor id="924" name="10270945" initials="1" lastIdx="0" clrIdx="923"/>
  <p:cmAuthor id="925" name="Hope0187" initials="H" lastIdx="0" clrIdx="924"/>
  <p:cmAuthor id="926" name="靖千 罗" initials="靖" lastIdx="0" clrIdx="925"/>
  <p:cmAuthor id="927" name="10295142" initials="1" lastIdx="0" clrIdx="926"/>
  <p:cmAuthor id="928" name="舒迪" initials="舒" lastIdx="0" clrIdx="927"/>
  <p:cmAuthor id="929" name="qianyang03" initials="1" lastIdx="0" clrIdx="928"/>
  <p:cmAuthor id="930" name="张 美红" initials="张" lastIdx="0" clrIdx="929"/>
  <p:cmAuthor id="931" name="8613607323127" initials="8" lastIdx="0" clrIdx="930"/>
  <p:cmAuthor id="932" name="未知的使用者20" initials="未" lastIdx="0" clrIdx="931"/>
  <p:cmAuthor id="933" name="hanwen luo" initials="h" lastIdx="0" clrIdx="932"/>
  <p:cmAuthor id="934" name="Cpic" initials="C" lastIdx="0" clrIdx="933"/>
  <p:cmAuthor id="935" name="10056791" initials="ZTE" lastIdx="0" clrIdx="934"/>
  <p:cmAuthor id="936" name="小田" initials="小" lastIdx="0" clrIdx="935"/>
  <p:cmAuthor id="937" name="刘 念" initials="刘" lastIdx="0" clrIdx="936"/>
  <p:cmAuthor id="938" name="Wangzhi gang" initials="W" lastIdx="0" clrIdx="937"/>
  <p:cmAuthor id="939" name="庄伟铭zwm136200" initials="庄" lastIdx="0" clrIdx="938"/>
  <p:cmAuthor id="940" name="张 凯" initials="张" lastIdx="0" clrIdx="939"/>
  <p:cmAuthor id="941" name="喰?" initials="喰" lastIdx="0" clrIdx="940"/>
  <p:cmAuthor id="942" name="610007" initials="6" lastIdx="0" clrIdx="941"/>
  <p:cmAuthor id="943" name="CNTP" initials="C" lastIdx="0" clrIdx="942"/>
  <p:cmAuthor id="944" name="李柯然" initials="李" lastIdx="0" clrIdx="943"/>
  <p:cmAuthor id="945" name="10092001" initials="1" lastIdx="0" clrIdx="944"/>
  <p:cmAuthor id="946" name="LENOVO" initials="L" lastIdx="0" clrIdx="945"/>
  <p:cmAuthor id="947" name="li hw" initials="l" lastIdx="0" clrIdx="946"/>
  <p:cmAuthor id="948" name="未知的使用者15" initials="未" lastIdx="0" clrIdx="947"/>
  <p:cmAuthor id="949" name="王玉" initials="王" lastIdx="0" clrIdx="948"/>
  <p:cmAuthor id="950" name="Ming Zuo" initials="M" lastIdx="0" clrIdx="949"/>
  <p:cmAuthor id="951" name="Charley" initials="C" lastIdx="0" clrIdx="950"/>
  <p:cmAuthor id="952" name="FR" initials="F" lastIdx="0" clrIdx="951"/>
  <p:cmAuthor id="953" name="Office User" initials="O" lastIdx="0" clrIdx="952"/>
  <p:cmAuthor id="954" name="Li, Siyu" initials="L" lastIdx="0" clrIdx="953"/>
  <p:cmAuthor id="955" name="张星-lgd" initials="张" lastIdx="0" clrIdx="954"/>
  <p:cmAuthor id="956" name="dreamsummit" initials="d" lastIdx="0" clrIdx="955"/>
  <p:cmAuthor id="957" name="张 博" initials="张" lastIdx="0" clrIdx="956"/>
  <p:cmAuthor id="958" name="P1063cindychen" initials="P" lastIdx="0" clrIdx="957"/>
  <p:cmAuthor id="959" name="LS" initials="L" lastIdx="0" clrIdx="958"/>
  <p:cmAuthor id="960" name="Pueschner, Franziska {FA~Shanghai}" initials="P" lastIdx="0" clrIdx="959"/>
  <p:cmAuthor id="961" name="2819264246@qq.com" initials="2" lastIdx="0" clrIdx="960"/>
  <p:cmAuthor id="962" name="ZhangXiaoMin" initials="Z" lastIdx="0" clrIdx="961"/>
  <p:cmAuthor id="963" name="Morgan, Aaron" initials="M" lastIdx="0" clrIdx="962"/>
  <p:cmAuthor id="964" name="廖麗華" initials="廖" lastIdx="0" clrIdx="963"/>
  <p:cmAuthor id="965" name="weige" initials="w" lastIdx="0" clrIdx="964"/>
  <p:cmAuthor id="966" name="李 俊琦" initials="李" lastIdx="0" clrIdx="965"/>
  <p:cmAuthor id="967" name="沈 鹤" initials="沈" lastIdx="0" clrIdx="966"/>
  <p:cmAuthor id="968" name="jilin" initials="j" lastIdx="0" clrIdx="967"/>
  <p:cmAuthor id="969" name="王保青-pah" initials="王" lastIdx="0" clrIdx="968"/>
  <p:cmAuthor id="970" name="Luo Mingjie" initials="L" lastIdx="0" clrIdx="969"/>
  <p:cmAuthor id="971" name="Jason Li" initials="J" lastIdx="0" clrIdx="970"/>
  <p:cmAuthor id="972" name="duxingge" initials="d" lastIdx="0" clrIdx="971"/>
  <p:cmAuthor id="973" name="cui yun" initials="cy" lastIdx="0" clrIdx="972"/>
  <p:cmAuthor id="974" name="yingchao xi" initials="y" lastIdx="0" clrIdx="973"/>
  <p:cmAuthor id="975" name="depeng diao" initials="d" lastIdx="0" clrIdx="974"/>
  <p:cmAuthor id="976" name="amyzhang" initials="a" lastIdx="0" clrIdx="975"/>
  <p:cmAuthor id="977" name="JerryW" initials="J" lastIdx="0" clrIdx="976"/>
  <p:cmAuthor id="978" name="shenyy" initials="s" lastIdx="0" clrIdx="977"/>
  <p:cmAuthor id="979" name="Jason Cheung" initials="J" lastIdx="0" clrIdx="978"/>
  <p:cmAuthor id="980" name="刘笑" initials="刘" lastIdx="0" clrIdx="979"/>
  <p:cmAuthor id="981" name="张道伟" initials="张" lastIdx="0" clrIdx="980"/>
  <p:cmAuthor id="982" name="admini" initials="a" lastIdx="0" clrIdx="981"/>
  <p:cmAuthor id="983" name="Maggie" initials="M" lastIdx="0" clrIdx="982"/>
  <p:cmAuthor id="984" name="daisl" initials="" lastIdx="0" clrIdx="983"/>
  <p:cmAuthor id="985" name="WPS_1679281038" initials="W" lastIdx="0" clrIdx="984"/>
  <p:cmAuthor id="986" name="张梦路" initials="张" lastIdx="0" clrIdx="985"/>
  <p:cmAuthor id="987" name="nature_emInFJF7" initials="authorId_313163542" lastIdx="0" clrIdx="986"/>
  <p:cmAuthor id="988" name="杨思思_VNjyvY7j" initials="authorId_430925712" lastIdx="0" clrIdx="987"/>
  <p:cmAuthor id="989" name="诺思hg" initials="诺" lastIdx="0" clrIdx="988"/>
  <p:cmAuthor id="990" name="一米猪猪" initials="一" lastIdx="0" clrIdx="989"/>
  <p:cmAuthor id="991" name="Zzzzzzz" initials="Z" lastIdx="0" clrIdx="990"/>
  <p:cmAuthor id="992" name="林奇" initials="林" lastIdx="0" clrIdx="991"/>
  <p:cmAuthor id="993" name="刘付平" initials="刘" lastIdx="0" clrIdx="992"/>
  <p:cmAuthor id="994" name="admin刘" initials="a" lastIdx="0" clrIdx="993"/>
  <p:cmAuthor id="995" name="t先生" initials="t" lastIdx="0" clrIdx="994"/>
  <p:cmAuthor id="996" name="William Sun" initials="W" lastIdx="0" clrIdx="995"/>
  <p:cmAuthor id="997" name="恩智 刘" initials="恩刘" lastIdx="0" clrIdx="996"/>
  <p:cmAuthor id="998" name="杨跃倩" initials="杨" lastIdx="0" clrIdx="997"/>
  <p:cmAuthor id="999" name="v15194" initials="v" lastIdx="0" clrIdx="998"/>
  <p:cmAuthor id="1000" name="B" initials="B" lastIdx="0" clrIdx="999"/>
  <p:cmAuthor id="1001" name="huxiaoxi" initials="h" lastIdx="0" clrIdx="1000"/>
  <p:cmAuthor id="1002" name="DK" initials="D" lastIdx="0" clrIdx="1001"/>
  <p:cmAuthor id="1003" name="zhang zhe" initials="zz" lastIdx="0" clrIdx="1002"/>
  <p:cmAuthor id="1004" name="陈军" initials="陈" lastIdx="0" clrIdx="1003"/>
  <p:cmAuthor id="1005" name="00070164" initials="0" lastIdx="0" clrIdx="1004"/>
  <p:cmAuthor id="1006" name="00006891" initials="0" lastIdx="0" clrIdx="1005"/>
  <p:cmAuthor id="1007" name="Benjamin J Grigsby" initials="BJG" lastIdx="0" clrIdx="1006"/>
  <p:cmAuthor id="1008" name="Mingming Cai" initials="MC" lastIdx="0" clrIdx="1007"/>
  <p:cmAuthor id="1009" name="未知的使用者51" initials="未" lastIdx="0" clrIdx="1008"/>
  <p:cmAuthor id="1010" name="10118178" initials="1" lastIdx="0" clrIdx="1009"/>
  <p:cmAuthor id="1011" name="00180232" initials="JL" lastIdx="0" clrIdx="1010"/>
  <p:cmAuthor id="1012" name="Hans Neff" initials="HN" lastIdx="0" clrIdx="1011"/>
  <p:cmAuthor id="1013" name="John" initials="J" lastIdx="0" clrIdx="1012"/>
  <p:cmAuthor id="1014" name="10025093" initials="1" lastIdx="0" clrIdx="1013"/>
  <p:cmAuthor id="1015" name="10078380" initials="1" lastIdx="0" clrIdx="1014"/>
  <p:cmAuthor id="1016" name="苗丁仁10181802" initials="苗" lastIdx="0" clrIdx="1015"/>
  <p:cmAuthor id="1017" name="zhangyu" initials="z" lastIdx="0" clrIdx="1016"/>
  <p:cmAuthor id="1018" name="JCL" initials="J" lastIdx="0" clrIdx="1017"/>
  <p:cmAuthor id="1019" name="关全全10258021" initials="关全全10258021" lastIdx="0" clrIdx="1018"/>
  <p:cmAuthor id="1020" name="张燕00036635" initials="张燕00036635" lastIdx="0" clrIdx="1019"/>
  <p:cmAuthor id="1021" name="赵欣" initials="zx" lastIdx="0" clrIdx="1020"/>
  <p:cmAuthor id="1022" name="10206899" initials="1" lastIdx="0" clrIdx="1021"/>
  <p:cmAuthor id="1023" name="10133177" initials="1" lastIdx="0" clrIdx="1022"/>
  <p:cmAuthor id="1024" name="10072453" initials="1" lastIdx="0" clrIdx="1023"/>
  <p:cmAuthor id="1025" name="10319231" initials="1" lastIdx="0" clrIdx="1024"/>
  <p:cmAuthor id="1026" name="未知用户107" initials="" lastIdx="0" clrIdx="1025"/>
  <p:cmAuthor id="1027" name="宋玉坤" initials="W用" lastIdx="0" clrIdx="1026"/>
  <p:cmAuthor id="1028" name="Sky123.Org" initials="" lastIdx="0" clrIdx="1027"/>
  <p:cmAuthor id="1029" name="z n" initials="zn" lastIdx="0" clrIdx="1028"/>
  <p:cmAuthor id="1030" name="欧 志芳" initials="欧" lastIdx="0" clrIdx="1029"/>
  <p:cmAuthor id="1031" name="Jiang" initials="J" lastIdx="0" clrIdx="1030"/>
  <p:cmAuthor id="1032" name="微软用户" initials="" lastIdx="0" clrIdx="1031"/>
  <p:cmAuthor id="1033" name="超 胡" initials="超" lastIdx="0" clrIdx="1032"/>
  <p:cmAuthor id="1034" name="徐琳00159163" initials="徐琳00159163" lastIdx="0" clrIdx="1033"/>
  <p:cmAuthor id="1035" name="甘源" initials="甘" lastIdx="0" clrIdx="1034"/>
  <p:cmAuthor id="1036" name="未知用户146" initials="未知用户146" lastIdx="0" clrIdx="1035"/>
  <p:cmAuthor id="1037" name="晓  曲" initials="晓" lastIdx="0" clrIdx="1036"/>
  <p:cmAuthor id="1038" name="余森" initials="余森" lastIdx="0" clrIdx="1037"/>
  <p:cmAuthor id="1039" name="IBM_USER" initials="I" lastIdx="0" clrIdx="1038"/>
  <p:cmAuthor id="1040" name="郝崇" initials="郝" lastIdx="0" clrIdx="1039"/>
  <p:cmAuthor id="1041" name="桂 卓" initials="桂" lastIdx="0" clrIdx="1040"/>
  <p:cmAuthor id="1042" name="祝惠蓉" initials="祝" lastIdx="0" clrIdx="1041"/>
  <p:cmAuthor id="1043" name="解珍|zzxiezhen" initials="解" lastIdx="0" clrIdx="1042"/>
  <p:cmAuthor id="1044" name="xiaver xiaver" initials="xx" lastIdx="0" clrIdx="1043"/>
  <p:cmAuthor id="1045" name="rq fan" initials="r" lastIdx="0" clrIdx="1044"/>
  <p:cmAuthor id="1046" name="Tao, Sherry Sitong" initials="TSS" lastIdx="0" clrIdx="1045"/>
  <p:cmAuthor id="1047" name="包珊珊" initials="包" lastIdx="0" clrIdx="1046"/>
  <p:cmAuthor id="1048" name="�ǲ�����" initials="�" lastIdx="0" clrIdx="1047"/>
  <p:cmAuthor id="1049" name="bob kang" initials="bk" lastIdx="0" clrIdx="1048"/>
  <p:cmAuthor id="1050" name="牛宏民" initials="牛" lastIdx="0" clrIdx="1049"/>
  <p:cmAuthor id="1051" name="毛香勤" initials="毛" lastIdx="0" clrIdx="1050"/>
  <p:cmAuthor id="1052" name="朱明威" initials="zmw" lastIdx="0" clrIdx="1051"/>
  <p:cmAuthor id="1053" name="song chuan" initials="sc" lastIdx="0" clrIdx="1052"/>
  <p:cmAuthor id="1054" name="席美娟" initials="席" lastIdx="0" clrIdx="1053"/>
  <p:cmAuthor id="1055" name="樊佳佳" initials="樊" lastIdx="0" clrIdx="1054"/>
  <p:cmAuthor id="1056" name="惠莲" initials="惠" lastIdx="0" clrIdx="1055"/>
  <p:cmAuthor id="1057" name="太海峰" initials="太" lastIdx="0" clrIdx="1056"/>
  <p:cmAuthor id="1058" name="李飞" initials="李飞" lastIdx="0" clrIdx="1057"/>
  <p:cmAuthor id="1059" name="苗茜" initials="苗" lastIdx="0" clrIdx="1058"/>
  <p:cmAuthor id="1060" name="李兰兰" initials="李兰兰" lastIdx="0" clrIdx="1059"/>
  <p:cmAuthor id="1061" name="喻 海超" initials="喻" lastIdx="0" clrIdx="1060"/>
  <p:cmAuthor id="1062" name="luoji" initials="l" lastIdx="0" clrIdx="1061"/>
  <p:cmAuthor id="1063" name="未知用户381" initials="未" lastIdx="0" clrIdx="1062"/>
  <p:cmAuthor id="1064" name="孙 笑庆" initials="孙" lastIdx="0" clrIdx="1063"/>
  <p:cmAuthor id="1065" name="yang.yuan" initials="y" lastIdx="0" clrIdx="1064"/>
  <p:cmAuthor id="1066" name="王娟" initials="1" lastIdx="0" clrIdx="1065"/>
  <p:cmAuthor id="1067" name="未知用户451" initials="未" lastIdx="0" clrIdx="1066"/>
  <p:cmAuthor id="1068" name="李林林" initials="李" lastIdx="0" clrIdx="1067"/>
  <p:cmAuthor id="1069" name="lin li" initials="ll" lastIdx="0" clrIdx="1068"/>
  <p:cmAuthor id="1070" name="595434287@qq.com" initials="5" lastIdx="0" clrIdx="1069"/>
  <p:cmAuthor id="1071" name="345175348@qq.com" initials="3" lastIdx="0" clrIdx="1070"/>
  <p:cmAuthor id="1072" name="李 奕霖" initials="李" lastIdx="0" clrIdx="1071"/>
  <p:cmAuthor id="1073" name="敬泉 李" initials="敬泉" lastIdx="0" clrIdx="1072"/>
  <p:cmAuthor id="1074" name="Calvin G" initials="C" lastIdx="0" clrIdx="1073"/>
  <p:cmAuthor id="1075" name="MC SYSTEM" initials="M" lastIdx="0" clrIdx="1074"/>
  <p:cmAuthor id="1076" name="邢绍文" initials="邢" lastIdx="0" clrIdx="1075"/>
  <p:cmAuthor id="1077" name="高飞" initials="高" lastIdx="0" clrIdx="1076"/>
  <p:cmAuthor id="1078" name="xzb1" initials="x" lastIdx="0" clrIdx="1077"/>
  <p:cmAuthor id="1079" name="阳朔" initials="阳" lastIdx="0" clrIdx="1078"/>
  <p:cmAuthor id="1080" name="高肖梅" initials="高" lastIdx="0" clrIdx="1079"/>
  <p:cmAuthor id="1081" name="8310" initials="8" lastIdx="0" clrIdx="1080"/>
  <p:cmAuthor id="1082" name="13709759491@139.com" initials="1" lastIdx="0" clrIdx="1081"/>
  <p:cmAuthor id="1083" name="易倍汀_vMzqu6ny" initials="authorId_1599635383" lastIdx="0" clrIdx="1082"/>
  <p:cmAuthor id="1084" name="百里 长青" initials="百" lastIdx="0" clrIdx="1083"/>
  <p:cmAuthor id="1085" name="一桶" initials="一" lastIdx="0" clrIdx="1084"/>
  <p:cmAuthor id="1086" name="梁鹏" initials="u" lastIdx="0" clrIdx="1085"/>
  <p:cmAuthor id="1087" name="范 斌" initials="范" lastIdx="0" clrIdx="1086"/>
  <p:cmAuthor id="1088" name="毕邺" initials="党委办公室" lastIdx="0" clrIdx="1087"/>
  <p:cmAuthor id="1089" name="jiaru tiger" initials="jt" lastIdx="0" clrIdx="1088"/>
  <p:cmAuthor id="1090" name="曾蓓/贝贝" initials="曾" lastIdx="0" clrIdx="1089"/>
  <p:cmAuthor id="1091" name="谢学斌" initials="谢" lastIdx="0" clrIdx="1090"/>
  <p:cmAuthor id="1092" name="施普希（菜菜）" initials="施" lastIdx="0" clrIdx="1091"/>
  <p:cmAuthor id="1093" name="yu 1" initials="y1" lastIdx="0" clrIdx="1092"/>
  <p:cmAuthor id="1094" name="binhui zhou" initials="bz" lastIdx="0" clrIdx="1093"/>
  <p:cmAuthor id="1095" name="红旗的理想" initials="红" lastIdx="0" clrIdx="1094"/>
  <p:cmAuthor id="1096" name="shq316" initials="s" lastIdx="0" clrIdx="1095"/>
  <p:cmAuthor id="1097" name="shq316@vod365.com" initials="s" lastIdx="0" clrIdx="1096"/>
  <p:cmAuthor id="1098" name="yang fengyu" initials="yf" lastIdx="0" clrIdx="1097"/>
  <p:cmAuthor id="1099" name="李 鑫" initials="李" lastIdx="0" clrIdx="1098"/>
  <p:cmAuthor id="1100" name="jialuo" initials="j" lastIdx="0" clrIdx="1099"/>
  <p:cmAuthor id="1101" name="陈航" initials="A" lastIdx="0" clrIdx="1100"/>
  <p:cmAuthor id="1102" name="dengwanting" initials="d" lastIdx="0" clrIdx="1101"/>
  <p:cmAuthor id="1103" name="mouse zz" initials="mz" lastIdx="0" clrIdx="1102"/>
  <p:cmAuthor id="1104" name="陈媛媛" initials="c" lastIdx="0" clrIdx="1103"/>
  <p:cmAuthor id="1105" name="艾启明" initials="A" lastIdx="0" clrIdx="1104"/>
  <p:cmAuthor id="1106" name="姜熠龙" initials="姜" lastIdx="0" clrIdx="1105"/>
  <p:cmAuthor id="1107" name="mayl" initials="m" lastIdx="0" clrIdx="1106"/>
  <p:cmAuthor id="1108" name="王长江_yEBfu2MB" initials="王" lastIdx="0" clrIdx="1107"/>
  <p:cmAuthor id="1109" name="未知用户339" initials="未" lastIdx="0" clrIdx="1108"/>
  <p:cmAuthor id="1110" name="cony" initials="c" lastIdx="0" clrIdx="1109"/>
  <p:cmAuthor id="1111" name="胡陵宽(省公司一)" initials="胡" lastIdx="0" clrIdx="1110"/>
  <p:cmAuthor id="1112" name="00028714" initials="0" lastIdx="0" clrIdx="1111"/>
  <p:cmAuthor id="1113" name="侯 爱敏" initials="侯" lastIdx="0" clrIdx="1112"/>
  <p:cmAuthor id="1114" name="韩剑侠" initials="P" lastIdx="0" clrIdx="1113"/>
  <p:cmAuthor id="1115" name="姚琳" initials="姚" lastIdx="0" clrIdx="1114"/>
  <p:cmAuthor id="1116" name="chen" initials="c" lastIdx="0" clrIdx="1115"/>
  <p:cmAuthor id="1117" name="徐光宇" initials="徐" lastIdx="0" clrIdx="1116"/>
  <p:cmAuthor id="1118" name="tonghailan" initials="t" lastIdx="0" clrIdx="1117"/>
  <p:cmAuthor id="1119" name="Miranda Bi" initials="M" lastIdx="0" clrIdx="1118"/>
  <p:cmAuthor id="1120" name="Sylan♈️、" initials="S" lastIdx="0" clrIdx="1119"/>
  <p:cmAuthor id="1121" name="王灏" initials="王灏" lastIdx="0" clrIdx="1120"/>
  <p:cmAuthor id="1122" name="Microsoft Office User" initials="Office" lastIdx="0" clrIdx="1121"/>
  <p:cmAuthor id="1123" name="陈小曼" initials="陈" lastIdx="0" clrIdx="1122"/>
  <p:cmAuthor id="1124" name="sunyi1" initials="s" lastIdx="0" clrIdx="1123"/>
  <p:cmAuthor id="1125" name="YaoChunfen" initials="Y" lastIdx="0" clrIdx="1124"/>
  <p:cmAuthor id="1126" name="cheng" initials="c" lastIdx="0" clrIdx="1125"/>
  <p:cmAuthor id="1127" name="方少_UbQfrimU" initials="authorId_442114952" lastIdx="0" clrIdx="1126"/>
  <p:cmAuthor id="1128" name="叶盛_Q3A3IfEf" initials="authorId_506280334" lastIdx="0" clrIdx="1127"/>
  <p:cmAuthor id="1129" name="Harley._bEJrUJ7r" initials="authorId_432156705" lastIdx="0" clrIdx="1128"/>
  <p:cmAuthor id="1130" name="罗平_VB7vJb2E" initials="authorId_305049361" lastIdx="0" clrIdx="1129"/>
  <p:cmAuthor id="1131" name="liumingchun" initials="l" lastIdx="0" clrIdx="1130"/>
  <p:cmAuthor id="1132" name="xixi_nUjqe22E" initials="authorId_359229261" lastIdx="0" clrIdx="1131"/>
  <p:cmAuthor id="1133" name="Sylvia Wu" initials="SW" lastIdx="0" clrIdx="1132"/>
  <p:cmAuthor id="1134" name="安安_zm6nYnYZ" initials="authorId_347340296" lastIdx="0" clrIdx="1133"/>
  <p:cmAuthor id="1135" name="周君_MfIffYra" initials="authorId_375419134" lastIdx="0" clrIdx="1134"/>
  <p:cmAuthor id="1136" name="carrie魏" initials="c" lastIdx="0" clrIdx="1135"/>
  <p:cmAuthor id="1137" name="gus9@chinaunicom.cn" initials="g" lastIdx="0" clrIdx="1136"/>
  <p:cmAuthor id="1138" name="goulei" initials="g" lastIdx="0" clrIdx="1137"/>
  <p:cmAuthor id="1139" name="hkyzhy555@sina.com" initials="h" lastIdx="0" clrIdx="1138"/>
  <p:cmAuthor id="1140" name="钢华" initials="钢华" lastIdx="0" clrIdx="1139"/>
  <p:cmAuthor id="1141" name="26080314@qq.com" initials="2" lastIdx="0" clrIdx="1140"/>
  <p:cmAuthor id="1142" name="汤 海宝" initials="汤" lastIdx="0" clrIdx="1141"/>
  <p:cmAuthor id="1143" name="何子文" initials="何子文" lastIdx="0" clrIdx="1142"/>
  <p:cmAuthor id="1144" name="朱强" initials="朱" lastIdx="0" clrIdx="1143"/>
  <p:cmAuthor id="1145" name="刘辉" initials="刘" lastIdx="0" clrIdx="1144"/>
  <p:cmAuthor id="1146" name="ZCB" initials="Z" lastIdx="0" clrIdx="1145"/>
  <p:cmAuthor id="1147" name="yanr" initials="y" lastIdx="0" clrIdx="1146"/>
  <p:cmAuthor id="1148" name="ning" initials="n" lastIdx="0" clrIdx="1147"/>
  <p:cmAuthor id="1149" name="林桦桦" initials="林" lastIdx="0" clrIdx="1148"/>
  <p:cmAuthor id="1150" name="WPS_1728272768" initials="W" lastIdx="0" clrIdx="1149"/>
  <p:cmAuthor id="1151" name="yuyuzi" initials="y" lastIdx="0" clrIdx="1150"/>
  <p:cmAuthor id="1152" name="WPS_1678268919" initials="W" lastIdx="0" clrIdx="1151"/>
  <p:cmAuthor id="1153" name="WPS_1715507865" initials="W" lastIdx="0" clrIdx="1152"/>
  <p:cmAuthor id="1154" name="cV Vc" initials="cV" lastIdx="0" clrIdx="1153"/>
  <p:cmAuthor id="1155" name="李冕婷" initials="李" lastIdx="0" clrIdx="1154"/>
  <p:cmAuthor id="1156" name="HE JIE" initials="" lastIdx="0" clrIdx="1155"/>
  <p:cmAuthor id="1157" name="卡 孟" initials="卡孟" lastIdx="0" clrIdx="1156"/>
  <p:cmAuthor id="1158" name="黄定江" initials="黄" lastIdx="0" clrIdx="1157"/>
  <p:cmAuthor id="1159" name="lucky lucky" initials="l" lastIdx="0" clrIdx="1158"/>
  <p:cmAuthor id="1160" name="Xiaojin Wei" initials="XW" lastIdx="0" clrIdx="1159"/>
  <p:cmAuthor id="1161" name="xiekui" initials="x" lastIdx="0" clrIdx="1160"/>
  <p:cmAuthor id="1162" name="Rotar Valky" initials="RV" lastIdx="0" clrIdx="1161"/>
  <p:cmAuthor id="1163" name="提笔忘字" initials="提" lastIdx="0" clrIdx="1162"/>
  <p:cmAuthor id="1164" name="佳" initials="佳" lastIdx="0" clrIdx="1163"/>
  <p:cmAuthor id="1165" name="孙 鹏" initials="孙" lastIdx="0" clrIdx="1164"/>
  <p:cmAuthor id="1166" name="肖琼" initials="肖琼" lastIdx="0" clrIdx="1165"/>
  <p:cmAuthor id="1167" name="yangyy" initials="y" lastIdx="0" clrIdx="1166"/>
  <p:cmAuthor id="1168" name="部室管理员/软件开发中心/总行机关/ABC" initials="部" lastIdx="0" clrIdx="1167"/>
  <p:cmAuthor id="1169" name="廖爽亚" initials="廖" lastIdx="0" clrIdx="1168"/>
  <p:cmAuthor id="1170" name="zilong.li" initials="z" lastIdx="0" clrIdx="1169"/>
  <p:cmAuthor id="1171" name="James Conard" initials="J" lastIdx="0" clrIdx="1170"/>
  <p:cmAuthor id="1172" name="22010" initials="2" lastIdx="0" clrIdx="1171"/>
  <p:cmAuthor id="1173" name="daliang xu" initials="d" lastIdx="0" clrIdx="1172"/>
  <p:cmAuthor id="1174" name="刘凯欣" initials="刘" lastIdx="0" clrIdx="1173"/>
  <p:cmAuthor id="1175" name="3930" initials="3" lastIdx="0" clrIdx="1174"/>
  <p:cmAuthor id="1176" name="Bo" initials="B" lastIdx="0" clrIdx="1175"/>
  <p:cmAuthor id="1177" name="M7100z-win7" initials="M" lastIdx="0" clrIdx="1176"/>
  <p:cmAuthor id="1178" name="李昀东" initials="李" lastIdx="0" clrIdx="1177"/>
  <p:cmAuthor id="1179" name="liuhao24" initials="l" lastIdx="0" clrIdx="1178"/>
  <p:cmAuthor id="1180" name="理者" initials="理" lastIdx="0" clrIdx="1179"/>
  <p:cmAuthor id="1181" name="闪电杰尼" initials="闪" lastIdx="0" clrIdx="1180"/>
  <p:cmAuthor id="1182" name="翔宇" initials="翔" lastIdx="0" clrIdx="1181"/>
  <p:cmAuthor id="1183" name="t-1i-caiwu" initials="t" lastIdx="0" clrIdx="1182"/>
  <p:cmAuthor id="1184" name="zhaoyue46" initials="z" lastIdx="0" clrIdx="1183"/>
  <p:cmAuthor id="1185" name="莊安君" initials="莊" lastIdx="0" clrIdx="1184"/>
  <p:cmAuthor id="1186" name="shenxin03" initials="s" lastIdx="0" clrIdx="1185"/>
  <p:cmAuthor id="1187" name="陳建璋" initials="陳" lastIdx="0" clrIdx="1186"/>
  <p:cmAuthor id="1188" name="建璋" initials="建" lastIdx="0" clrIdx="1187"/>
  <p:cmAuthor id="1189" name="郑由星_外网" initials="郑" lastIdx="0" clrIdx="1188"/>
  <p:cmAuthor id="1190" name="dellwin" initials="d" lastIdx="0" clrIdx="1189"/>
  <p:cmAuthor id="1191" name="未知用户410" initials="未" lastIdx="0" clrIdx="1190"/>
  <p:cmAuthor id="1192" name="liuxie" initials="l" lastIdx="0" clrIdx="1191"/>
  <p:cmAuthor id="1193" name="张因然10112423" initials="1" lastIdx="0" clrIdx="1192"/>
  <p:cmAuthor id="1194" name="wangqi01-lhe" initials="w" lastIdx="0" clrIdx="1193"/>
  <p:cmAuthor id="1195" name="ae2000" initials="a" lastIdx="0" clrIdx="1194"/>
  <p:cmAuthor id="1196" name="黄梅" initials="黄" lastIdx="0" clrIdx="1195"/>
  <p:cmAuthor id="1197" name="赵生杰" initials="赵" lastIdx="0" clrIdx="1196"/>
  <p:cmAuthor id="1198" name="Abel" initials="A" lastIdx="0" clrIdx="1197"/>
  <p:cmAuthor id="1199" name="xq" initials="x" lastIdx="0" clrIdx="1198"/>
  <p:cmAuthor id="1200" name="hasee" initials="h" lastIdx="0" clrIdx="1199"/>
  <p:cmAuthor id="1201" name="wunq1" initials="w" lastIdx="0" clrIdx="1200"/>
  <p:cmAuthor id="1202" name="WPS_1559632127" initials="W" lastIdx="0" clrIdx="1201"/>
  <p:cmAuthor id="1203" name="yunfan" initials="y" lastIdx="0" clrIdx="1202"/>
  <p:cmAuthor id="1204" name="杨 东鹏" initials="杨" lastIdx="0" clrIdx="1203"/>
  <p:cmAuthor id="1205" name="冯 杰" initials="冯" lastIdx="0" clrIdx="1204"/>
  <p:cmAuthor id="1206" name="韩星星" initials="韩" lastIdx="0" clrIdx="1205"/>
  <p:cmAuthor id="1207" name="pc" initials="p" lastIdx="0" clrIdx="1206"/>
  <p:cmAuthor id="1208" name="刘凤" initials="刘" lastIdx="0" clrIdx="1207"/>
  <p:cmAuthor id="1209" name="weigq" initials="李weiguoqi" lastIdx="0" clrIdx="1208"/>
  <p:cmAuthor id="1210" name="陈之超" initials="陈" lastIdx="0" clrIdx="1209"/>
  <p:cmAuthor id="1211" name="10064906" initials="1" lastIdx="0" clrIdx="1210"/>
  <p:cmAuthor id="1212" name="10077969" initials="10077969" lastIdx="0" clrIdx="1211"/>
  <p:cmAuthor id="1213" name="康浩杰|hnkanghaojie" initials="A" lastIdx="0" clrIdx="1212"/>
  <p:cmAuthor id="1214" name="nalin" initials="n" lastIdx="0" clrIdx="1213"/>
  <p:cmAuthor id="1215" name="cash1228@126.com" initials="c" lastIdx="0" clrIdx="1214"/>
  <p:cmAuthor id="1216" name="zx" initials="z" lastIdx="0" clrIdx="1215"/>
  <p:cmAuthor id="1217" name="Redeker, Yolanda" initials="R" lastIdx="0" clrIdx="1216"/>
  <p:cmAuthor id="1218" name="acer" initials="a" lastIdx="0" clrIdx="1217"/>
  <p:cmAuthor id="1219" name="hitwa" initials="h" lastIdx="0" clrIdx="1218"/>
  <p:cmAuthor id="1220" name="hj" initials="h" lastIdx="0" clrIdx="1219"/>
  <p:cmAuthor id="1221" name="IKKI" initials="I" lastIdx="0" clrIdx="1220"/>
  <p:cmAuthor id="1222" name="Liu Dong" initials="L" lastIdx="0" clrIdx="1221"/>
  <p:cmAuthor id="1223" name="zyrstz" initials="z" lastIdx="0" clrIdx="1222"/>
  <p:cmAuthor id="1224" name="邹亮" initials="邹" lastIdx="0" clrIdx="1223"/>
  <p:cmAuthor id="1225" name="XMY" initials="X" lastIdx="0" clrIdx="1224"/>
  <p:cmAuthor id="1226" name="xmy" initials="x" lastIdx="0" clrIdx="1225"/>
  <p:cmAuthor id="1227" name="wum20" initials="w" lastIdx="0" clrIdx="1226"/>
  <p:cmAuthor id="1228" name="weiyi" initials="w" lastIdx="0" clrIdx="1227"/>
  <p:cmAuthor id="1229" name="未知用户3" initials="未" lastIdx="0" clrIdx="1228"/>
  <p:cmAuthor id="1230" name="武敏" initials="武" lastIdx="0" clrIdx="1229"/>
  <p:cmAuthor id="1231" name="ZYSR-XY" initials="Z" lastIdx="0" clrIdx="1230"/>
  <p:cmAuthor id="1232" name="刘颖" initials="刘" lastIdx="0" clrIdx="1231"/>
  <p:cmAuthor id="1233" name="zhifubao" initials="z" lastIdx="0" clrIdx="1232"/>
  <p:cmAuthor id="1234" name="song song" initials="s" lastIdx="0" clrIdx="1233"/>
  <p:cmAuthor id="1235" name="曾阿婷" initials="曾" lastIdx="0" clrIdx="1234"/>
  <p:cmAuthor id="1236" name="Fang, Garrick (QD/DA)" initials="FG(" lastIdx="0" clrIdx="1235"/>
  <p:cmAuthor id="1237" name="ting yue" initials="t" lastIdx="0" clrIdx="1236"/>
  <p:cmAuthor id="1238" name="david bin" initials="d" lastIdx="0" clrIdx="1237"/>
  <p:cmAuthor id="1239" name="MLOONG" initials="M" lastIdx="0" clrIdx="1238"/>
  <p:cmAuthor id="1240" name="未知用户4" initials="未" lastIdx="0" clrIdx="1239"/>
  <p:cmAuthor id="1241" name="张 明晖" initials="张" lastIdx="0" clrIdx="1240"/>
  <p:cmAuthor id="1242" name="未知用户20" initials="未" lastIdx="0" clrIdx="1241"/>
  <p:cmAuthor id="1243" name="Zhao Jing" initials="Z" lastIdx="0" clrIdx="1242"/>
  <p:cmAuthor id="1244" name="Norton" initials="N" lastIdx="0" clrIdx="1243"/>
  <p:cmAuthor id="1245" name="Zhanwei Xiao(CUC SRD2-HZ-FZ)" initials="Z" lastIdx="0" clrIdx="1244"/>
  <p:cmAuthor id="1246" name="Roet-Reinking, Nathalie" initials="R" lastIdx="0" clrIdx="1245"/>
  <p:cmAuthor id="1247" name="张金龙" initials="张" lastIdx="0" clrIdx="1246"/>
  <p:cmAuthor id="1248" name="陈俊奕" initials="陈俊奕" lastIdx="0" clrIdx="1247"/>
  <p:cmAuthor id="1249" name="宋海锐" initials="宋" lastIdx="0" clrIdx="1248"/>
  <p:cmAuthor id="1250" name="张 振" initials="张" lastIdx="0" clrIdx="1249"/>
  <p:cmAuthor id="1251" name="刘 阳春" initials="刘" lastIdx="0" clrIdx="1250"/>
  <p:cmAuthor id="1252" name="sunyiqun2016@163.com" initials="s" lastIdx="0" clrIdx="1251"/>
  <p:cmAuthor id="1253" name="郭欣萍" initials="郭" lastIdx="0" clrIdx="1252"/>
  <p:cmAuthor id="1254" name="唐思源" initials="唐" lastIdx="0" clrIdx="1253"/>
  <p:cmAuthor id="1255" name="localadmin" initials="l" lastIdx="0" clrIdx="1254"/>
  <p:cmAuthor id="1256" name="46712" initials="4" lastIdx="0" clrIdx="1255"/>
  <p:cmAuthor id="1257" name="何 静" initials="何" lastIdx="0" clrIdx="1256"/>
  <p:cmAuthor id="1258" name="Zhou Xuanjun" initials="Z" lastIdx="0" clrIdx="1257"/>
  <p:cmAuthor id="1259" name="但佳" initials="但" lastIdx="0" clrIdx="1258"/>
  <p:cmAuthor id="1260" name="Microsoft" initials="M" lastIdx="0" clrIdx="1259"/>
  <p:cmAuthor id="1261" name="dingyuemei" initials="d" lastIdx="0" clrIdx="1260"/>
  <p:cmAuthor id="1262" name="郑汝鸿" initials="郑" lastIdx="0" clrIdx="1261"/>
  <p:cmAuthor id="1263" name="水静犹明" initials="水" lastIdx="0" clrIdx="1262"/>
  <p:cmAuthor id="1264" name="翟 博纯" initials="翟" lastIdx="0" clrIdx="1263"/>
  <p:cmAuthor id="1265" name="梁慧敏" initials="梁" lastIdx="0" clrIdx="1264"/>
  <p:cmAuthor id="1266" name="李保印" initials="李" lastIdx="0" clrIdx="1265"/>
  <p:cmAuthor id="1267" name="卞子琪" initials="卞" lastIdx="0" clrIdx="1266"/>
  <p:cmAuthor id="1268" name="Jing Zhai(联通集团技术部)" initials="J" lastIdx="0" clrIdx="1267"/>
  <p:cmAuthor id="1269" name="石晓利" initials="C" lastIdx="0" clrIdx="1268"/>
  <p:cmAuthor id="1270" name="未知的使用者227" initials="未" lastIdx="0" clrIdx="1269"/>
  <p:cmAuthor id="1271" name="Think" initials="T" lastIdx="0" clrIdx="1270"/>
  <p:cmAuthor id="1272" name="think" initials="t" lastIdx="0" clrIdx="1271"/>
  <p:cmAuthor id="1273" name="未知用户85" initials="未" lastIdx="0" clrIdx="1272"/>
  <p:cmAuthor id="1274" name="未知用户86" initials="未" lastIdx="0" clrIdx="1273"/>
  <p:cmAuthor id="1275" name="裴煜" initials="裴" lastIdx="0" clrIdx="1274"/>
  <p:cmAuthor id="1276" name="左 麟" initials="左" lastIdx="0" clrIdx="1275"/>
  <p:cmAuthor id="1277" name="罗 罗" initials="罗" lastIdx="0" clrIdx="1276"/>
  <p:cmAuthor id="1278" name="li yx" initials="ly" lastIdx="0" clrIdx="1277"/>
  <p:cmAuthor id="1279" name="未知的使用者228" initials="" lastIdx="0" clrIdx="1278"/>
  <p:cmAuthor id="1280" name="未知的使用者229" initials="" lastIdx="0" clrIdx="1279"/>
  <p:cmAuthor id="1281" name="未知的使用者230" initials="" lastIdx="0" clrIdx="1280"/>
  <p:cmAuthor id="1282" name="未知的使用者231" initials="" lastIdx="0" clrIdx="1281"/>
  <p:cmAuthor id="1283" name="未知的使用者236" initials="" lastIdx="0" clrIdx="1282"/>
  <p:cmAuthor id="1284" name="未知的使用者237" initials="" lastIdx="0" clrIdx="1283"/>
  <p:cmAuthor id="1285" name="未知的使用者239" initials="" lastIdx="0" clrIdx="1284"/>
  <p:cmAuthor id="1286" name="未知的使用者207" initials="" lastIdx="0" clrIdx="1285"/>
  <p:cmAuthor id="1287" name="未知的使用者208" initials="" lastIdx="0" clrIdx="1286"/>
  <p:cmAuthor id="1288" name="未知的使用者215" initials="" lastIdx="0" clrIdx="1287"/>
  <p:cmAuthor id="1289" name="Qing" initials="Q" lastIdx="0" clrIdx="1288"/>
  <p:cmAuthor id="1290" name="he zhirui" initials="h" lastIdx="0" clrIdx="1289"/>
  <p:cmAuthor id="1291" name="未知用户148" initials="未" lastIdx="0" clrIdx="1290"/>
  <p:cmAuthor id="1292" name="李红钢" initials="李" lastIdx="0" clrIdx="1291"/>
  <p:cmAuthor id="1293" name="McGlasson, Louise" initials="M" lastIdx="0" clrIdx="1292"/>
  <p:cmAuthor id="1294" name="ht guo" initials="h" lastIdx="0" clrIdx="1293"/>
  <p:cmAuthor id="1295" name="孙璐璐" initials="孙" lastIdx="0" clrIdx="1294"/>
  <p:cmAuthor id="1296" name="梁潇-lhq" initials="梁" lastIdx="0" clrIdx="1295"/>
  <p:cmAuthor id="1297" name="未知用户46" initials="未" lastIdx="0" clrIdx="1296"/>
  <p:cmAuthor id="1298" name="未知的使用者188" initials="未" lastIdx="0" clrIdx="1297"/>
  <p:cmAuthor id="1299" name="未知的使用者189" initials="未" lastIdx="0" clrIdx="1298"/>
  <p:cmAuthor id="1300" name="未知的使用者190" initials="未" lastIdx="0" clrIdx="1299"/>
  <p:cmAuthor id="1301" name="Ellen" initials="E" lastIdx="0" clrIdx="1300"/>
  <p:cmAuthor id="1302" name="未知的使用者191" initials="未" lastIdx="0" clrIdx="1301"/>
  <p:cmAuthor id="1303" name="未知的使用者192" initials="未" lastIdx="0" clrIdx="1302"/>
  <p:cmAuthor id="1304" name="未知的使用者193" initials="未" lastIdx="0" clrIdx="1303"/>
  <p:cmAuthor id="1305" name="未知的使用者153" initials="未" lastIdx="0" clrIdx="1304"/>
  <p:cmAuthor id="1306" name="未知的使用者154" initials="未" lastIdx="0" clrIdx="1305"/>
  <p:cmAuthor id="1307" name="未知的使用者157" initials="未" lastIdx="0" clrIdx="1306"/>
  <p:cmAuthor id="1308" name="未知的使用者129" initials="未" lastIdx="0" clrIdx="1307"/>
  <p:cmAuthor id="1309" name="未知的使用者164" initials="未" lastIdx="0" clrIdx="1308"/>
  <p:cmAuthor id="1310" name="未知的使用者172" initials="未" lastIdx="0" clrIdx="1309"/>
  <p:cmAuthor id="1311" name="未知的使用者174" initials="未" lastIdx="0" clrIdx="1310"/>
  <p:cmAuthor id="1312" name="陈浩" initials="陈" lastIdx="0" clrIdx="1311"/>
  <p:cmAuthor id="1313" name="未知的使用者247" initials="未" lastIdx="0" clrIdx="1312"/>
  <p:cmAuthor id="1314" name="未知的使用者249" initials="未" lastIdx="0" clrIdx="1313"/>
  <p:cmAuthor id="1315" name="未知的使用者250" initials="未" lastIdx="0" clrIdx="1314"/>
  <p:cmAuthor id="1316" name="未知的使用者251" initials="未" lastIdx="0" clrIdx="1315"/>
  <p:cmAuthor id="1317" name="未知的使用者246" initials="未" lastIdx="0" clrIdx="1316"/>
  <p:cmAuthor id="1318" name="未知的使用者252" initials="未" lastIdx="0" clrIdx="1317"/>
  <p:cmAuthor id="1319" name="未知的使用者253" initials="未" lastIdx="0" clrIdx="1318"/>
  <p:cmAuthor id="1320" name="未知的使用者254" initials="未" lastIdx="0" clrIdx="1319"/>
  <p:cmAuthor id="1321" name="未知的使用者255" initials="未" lastIdx="0" clrIdx="1320"/>
  <p:cmAuthor id="1322" name="未知的使用者270" initials="未" lastIdx="0" clrIdx="1321"/>
  <p:cmAuthor id="1323" name="未知的使用者256" initials="未" lastIdx="0" clrIdx="1322"/>
  <p:cmAuthor id="1324" name="未知的使用者257" initials="未" lastIdx="0" clrIdx="1323"/>
  <p:cmAuthor id="1325" name="未知的使用者240" initials="未" lastIdx="0" clrIdx="1324"/>
  <p:cmAuthor id="1326" name="未知的使用者241" initials="未" lastIdx="0" clrIdx="1325"/>
  <p:cmAuthor id="1327" name="未知的使用者242" initials="未" lastIdx="0" clrIdx="1326"/>
  <p:cmAuthor id="1328" name="未知的使用者243" initials="未" lastIdx="0" clrIdx="1327"/>
  <p:cmAuthor id="1329" name="未知的使用者258" initials="未" lastIdx="0" clrIdx="1328"/>
  <p:cmAuthor id="1330" name="未知的使用者259" initials="未" lastIdx="0" clrIdx="1329"/>
  <p:cmAuthor id="1331" name="未知的使用者260" initials="未" lastIdx="0" clrIdx="1330"/>
  <p:cmAuthor id="1332" name="未知的使用者261" initials="未" lastIdx="0" clrIdx="1331"/>
  <p:cmAuthor id="1333" name="未知的使用者262" initials="未" lastIdx="0" clrIdx="1332"/>
  <p:cmAuthor id="1334" name="未知的使用者263" initials="未" lastIdx="0" clrIdx="1333"/>
  <p:cmAuthor id="1335" name="未知的使用者264" initials="未" lastIdx="0" clrIdx="1334"/>
  <p:cmAuthor id="1336" name="未知的使用者265" initials="未" lastIdx="0" clrIdx="1335"/>
  <p:cmAuthor id="1337" name="未知的使用者266" initials="未" lastIdx="0" clrIdx="1336"/>
  <p:cmAuthor id="1338" name="未知的使用者267" initials="未" lastIdx="0" clrIdx="1337"/>
  <p:cmAuthor id="1339" name="未知的使用者268" initials="未" lastIdx="0" clrIdx="1338"/>
  <p:cmAuthor id="1340" name="未知的使用者269" initials="未" lastIdx="0" clrIdx="1339"/>
  <p:cmAuthor id="1341" name="lillian" initials="l" lastIdx="0" clrIdx="1340"/>
  <p:cmAuthor id="1342" name="未知用户157" initials="未" lastIdx="0" clrIdx="1341"/>
  <p:cmAuthor id="1343" name="未知用户158" initials="未" lastIdx="0" clrIdx="1342"/>
  <p:cmAuthor id="1344" name="未知用户159" initials="未" lastIdx="0" clrIdx="1343"/>
  <p:cmAuthor id="1345" name="未知用户160" initials="未" lastIdx="0" clrIdx="1344"/>
  <p:cmAuthor id="1346" name="順天" initials="順" lastIdx="0" clrIdx="1345"/>
  <p:cmAuthor id="1347" name="未知的使用者224" initials="未" lastIdx="0" clrIdx="1346"/>
  <p:cmAuthor id="1348" name="韩 明宇" initials="韩" lastIdx="0" clrIdx="1347"/>
  <p:cmAuthor id="1349" name="未知的使用者226" initials="未" lastIdx="0" clrIdx="1348"/>
  <p:cmAuthor id="1350" name="周 辉" initials="周" lastIdx="0" clrIdx="1349"/>
  <p:cmAuthor id="1351" name="孙军_a2y2UrEv" initials="authorId_524475945" lastIdx="0" clrIdx="1350"/>
  <p:cmAuthor id="1352" name="果木园" initials="果" lastIdx="0" clrIdx="1351"/>
  <p:cmAuthor id="1353" name="未知的使用者217" initials="未" lastIdx="0" clrIdx="1352"/>
  <p:cmAuthor id="1354" name="lilan" initials="l" lastIdx="0" clrIdx="1353"/>
  <p:cmAuthor id="1355" name="张爱斌Carwyn酱" initials="张" lastIdx="0" clrIdx="1354"/>
  <p:cmAuthor id="1356" name="hmwang" initials="dsc" lastIdx="0" clrIdx="1355"/>
  <p:cmAuthor id="1357" name="未知用户346" initials="未" lastIdx="0" clrIdx="1356"/>
  <p:cmAuthor id="1358" name="未知的使用者151" initials="未" lastIdx="0" clrIdx="1357"/>
  <p:cmAuthor id="1359" name="未知的使用者216" initials="未" lastIdx="0" clrIdx="1358"/>
  <p:cmAuthor id="1360" name="张洲萌" initials="张" lastIdx="0" clrIdx="1359"/>
  <p:cmAuthor id="1361" name="未知的使用者130" initials="未" lastIdx="0" clrIdx="1360"/>
  <p:cmAuthor id="1362" name="未知的使用者234" initials="未" lastIdx="0" clrIdx="1361"/>
  <p:cmAuthor id="1363" name="王芳" initials="王" lastIdx="0" clrIdx="1362"/>
  <p:cmAuthor id="1364" name="1qchengnan" initials="1" lastIdx="0" clrIdx="1363"/>
  <p:cmAuthor id="1365" name="dell" initials="d" lastIdx="0" clrIdx="1364"/>
  <p:cmAuthor id="1366" name="super" initials="s" lastIdx="0" clrIdx="1365"/>
  <p:cmAuthor id="1367" name="未知的使用者238" initials="未" lastIdx="0" clrIdx="1366"/>
  <p:cmAuthor id="1368" name="未知的使用者97" initials="未" lastIdx="0" clrIdx="1367"/>
  <p:cmAuthor id="1369" name="未知用户338" initials="未" lastIdx="0" clrIdx="1368"/>
  <p:cmAuthor id="1370" name="远 姚" initials="远" lastIdx="0" clrIdx="1369"/>
  <p:cmAuthor id="1371" name="刘晖" initials="刘" lastIdx="0" clrIdx="1370"/>
  <p:cmAuthor id="1372" name="未知用户190" initials="未" lastIdx="0" clrIdx="1371"/>
  <p:cmAuthor id="1373" name="未知用户225" initials="未" lastIdx="0" clrIdx="1372"/>
  <p:cmAuthor id="1374" name="Stacy Chiang" initials="S" lastIdx="0" clrIdx="1373"/>
  <p:cmAuthor id="1375" name="Xia Ting" initials="X" lastIdx="0" clrIdx="1374"/>
  <p:cmAuthor id="1376" name="未知用户319" initials="未" lastIdx="0" clrIdx="1375"/>
  <p:cmAuthor id="1377" name="未知用户321" initials="未" lastIdx="0" clrIdx="1376"/>
  <p:cmAuthor id="1378" name="郭成报" initials="郭" lastIdx="0" clrIdx="1377"/>
  <p:cmAuthor id="1379" name="谢静波" initials="谢" lastIdx="0" clrIdx="1378"/>
  <p:cmAuthor id="1380" name="zcy" initials="z" lastIdx="0" clrIdx="1379"/>
  <p:cmAuthor id="1381" name="zhang li" initials="z" lastIdx="0" clrIdx="1380"/>
  <p:cmAuthor id="1382" name="刘明政" initials="刘" lastIdx="0" clrIdx="1381"/>
  <p:cmAuthor id="1383" name="DELL" initials="D" lastIdx="0" clrIdx="1382"/>
  <p:cmAuthor id="1384" name="cs" initials="c" lastIdx="0" clrIdx="1383"/>
  <p:cmAuthor id="1385" name="zhouyangfan" initials="z" lastIdx="0" clrIdx="1384"/>
  <p:cmAuthor id="1386" name="PPTer_Tang" initials="P" lastIdx="0" clrIdx="1385"/>
  <p:cmAuthor id="1387" name="8613250766486" initials="8" lastIdx="0" clrIdx="1386"/>
  <p:cmAuthor id="1388" name="丁喆彤" initials="丁" lastIdx="0" clrIdx="1387"/>
  <p:cmAuthor id="1389" name="Eliva Sun" initials="E" lastIdx="0" clrIdx="1388"/>
  <p:cmAuthor id="1390" name="张辉" initials="张" lastIdx="0" clrIdx="1389"/>
  <p:cmAuthor id="1391" name="hainan zheng" initials="h" lastIdx="0" clrIdx="1390"/>
  <p:cmAuthor id="1392" name="gayxb" initials="g" lastIdx="0" clrIdx="1391"/>
  <p:cmAuthor id="1393" name="lish54" initials="l" lastIdx="0" clrIdx="1392"/>
  <p:cmAuthor id="1394" name="yiwei zhu" initials="y" lastIdx="0" clrIdx="1393"/>
  <p:cmAuthor id="1395" name="志刚 赵" initials="志" lastIdx="0" clrIdx="1394"/>
  <p:cmAuthor id="1396" name="catlaohu" initials="c" lastIdx="0" clrIdx="1395"/>
  <p:cmAuthor id="1397" name="13954" initials="1" lastIdx="0" clrIdx="1396"/>
  <p:cmAuthor id="1398" name="sizx" initials="s" lastIdx="0" clrIdx="1397"/>
  <p:cmAuthor id="1399" name="a1270005862@outlook.com" initials="a" lastIdx="0" clrIdx="1398"/>
  <p:cmAuthor id="1400" name="震" initials="震" lastIdx="0" clrIdx="1399"/>
  <p:cmAuthor id="1401" name="Viewer" initials="Viewer" lastIdx="0" clrIdx="1400"/>
  <p:cmAuthor id="1402" name="黄崑" initials="HK" lastIdx="0" clrIdx="1401"/>
  <p:cmAuthor id="1403" name="郑骏" initials="郑骏" lastIdx="0" clrIdx="1402"/>
  <p:cmAuthor id="1404" name="黄 晓贤" initials="黄" lastIdx="0" clrIdx="1403"/>
  <p:cmAuthor id="1405" name="刘海娜|liuhaina" initials="W用" lastIdx="0" clrIdx="1404"/>
  <p:cmAuthor id="1406" name="Microsoft 帐户" initials="M帐" lastIdx="0" clrIdx="1405"/>
  <p:cmAuthor id="1407" name="金宇峰_BfyebuM3" initials="authorId_1008746-10054633" lastIdx="0" clrIdx="1406"/>
  <p:cmAuthor id="1408" name="老石" initials="老" lastIdx="0" clrIdx="1407"/>
  <p:cmAuthor id="1409" name="李 嘉" initials="李" lastIdx="0" clrIdx="1408"/>
  <p:cmAuthor id="1410" name="韩晓宇00207529" initials="韩晓宇00207529" lastIdx="0" clrIdx="1409"/>
  <p:cmAuthor id="1411" name="李奇" initials="奇奇" lastIdx="0" clrIdx="1410"/>
  <p:cmAuthor id="1412" name="Y" initials="YY [29]" lastIdx="0" clrIdx="1411"/>
  <p:cmAuthor id="1413" name="zjh" initials="z" lastIdx="0" clrIdx="1412"/>
  <p:cmAuthor id="1414" name="370369741@qq.com" initials="3" lastIdx="0" clrIdx="1413"/>
  <p:cmAuthor id="1415" name="王凯10177225" initials="王凯10177225" lastIdx="0" clrIdx="1414"/>
  <p:cmAuthor id="1416" name="黄珂10009187" initials="黄珂10009187" lastIdx="0" clrIdx="1415"/>
  <p:cmAuthor id="1417" name="Grand JiJing" initials="gjing" lastIdx="0" clrIdx="1416"/>
  <p:cmAuthor id="1418" name="Emily CuiWang" initials="WEC" lastIdx="0" clrIdx="1417"/>
  <p:cmAuthor id="1419" name="Guo Fangtian" initials="GF" lastIdx="0" clrIdx="1418"/>
  <p:cmAuthor id="1420" name="艾thinkpad" initials="艾" lastIdx="0" clrIdx="1419"/>
  <p:cmAuthor id="1421" name="ZW183UX" initials="Z" lastIdx="0" clrIdx="1420"/>
  <p:cmAuthor id="1422" name="史明慧-项目管理办公室" initials="史" lastIdx="0" clrIdx="1421"/>
  <p:cmAuthor id="1423" name="张敏" initials="A" lastIdx="0" clrIdx="1422"/>
  <p:cmAuthor id="1424" name="史璐瑶" initials="史" lastIdx="0" clrIdx="1423"/>
  <p:cmAuthor id="1425" name="朱红新10208100" initials="朱红新10208100" lastIdx="0" clrIdx="1424"/>
  <p:cmAuthor id="1426" name="小东 郑" initials="小郑" lastIdx="0" clrIdx="1425"/>
  <p:cmAuthor id="1427" name="59314" initials="5" lastIdx="0" clrIdx="1426"/>
  <p:cmAuthor id="1428" name="未知的使用者220" initials="未" lastIdx="0" clrIdx="1427"/>
  <p:cmAuthor id="1429" name="Yoyo Wu" initials="Y" lastIdx="0" clrIdx="1428"/>
  <p:cmAuthor id="1430" name="zhangbin" initials="z" lastIdx="0" clrIdx="1429"/>
  <p:cmAuthor id="1431" name="Arno.Du(杜明星)" initials="A" lastIdx="0" clrIdx="1430"/>
  <p:cmAuthor id="1432" name="Unknown User112" initials="U" lastIdx="0" clrIdx="1431"/>
  <p:cmAuthor id="1433" name="Unknown User59" initials="U" lastIdx="0" clrIdx="1432"/>
  <p:cmAuthor id="1434" name="raymond luan" initials="r" lastIdx="0" clrIdx="1433"/>
  <p:cmAuthor id="1435" name="WANGZF" initials="W" lastIdx="0" clrIdx="1434"/>
  <p:cmAuthor id="1436" name="梅芬 吳" initials="梅" lastIdx="0" clrIdx="1435"/>
  <p:cmAuthor id="1437" name="alexw" initials="a" lastIdx="0" clrIdx="1436"/>
  <p:cmAuthor id="1438" name="mei shuo" initials="mei shuo" lastIdx="0" clrIdx="1437"/>
  <p:cmAuthor id="1439" name="吖吖6786" initials="吖" lastIdx="0" clrIdx="1438"/>
  <p:cmAuthor id="1440" name="赵庆杰" initials="A" lastIdx="0" clrIdx="1439"/>
  <p:cmAuthor id="1441" name="吴莹" initials="a" lastIdx="0" clrIdx="1440"/>
  <p:cmAuthor id="1442" name="李好君" initials="李好君" lastIdx="0" clrIdx="1441"/>
  <p:cmAuthor id="1443" name="郑小花" initials="郑" lastIdx="0" clrIdx="1442"/>
  <p:cmAuthor id="1444" name="xie hongbo" initials="xh" lastIdx="0" clrIdx="1443"/>
  <p:cmAuthor id="1445" name="listen" initials="l" lastIdx="0" clrIdx="1444"/>
  <p:cmAuthor id="1446" name="10983" initials="1" lastIdx="0" clrIdx="1445"/>
  <p:cmAuthor id="1447" name="熊先奎10009191" initials="熊先奎10009191" lastIdx="0" clrIdx="1446"/>
  <p:cmAuthor id="1448" name="Baty xiao" initials="Bx" lastIdx="0" clrIdx="1447"/>
  <p:cmAuthor id="1449" name="黄欢" initials="h" lastIdx="0" clrIdx="1448"/>
  <p:cmAuthor id="1450" name="未知用户449" initials="未" lastIdx="0" clrIdx="1449"/>
  <p:cmAuthor id="1451" name="潘秦华" initials="潘" lastIdx="0" clrIdx="1450"/>
  <p:cmAuthor id="1452" name="風輕 雲淡" initials="風輕" lastIdx="0" clrIdx="1451"/>
  <p:cmAuthor id="1453" name="李永欣" initials="李" lastIdx="0" clrIdx="1452"/>
  <p:cmAuthor id="1454" name="MA YOU" initials="MY" lastIdx="0" clrIdx="1453"/>
  <p:cmAuthor id="1455" name="郭 浩" initials="郭" lastIdx="0" clrIdx="1454"/>
  <p:cmAuthor id="1456" name="Xiaosu Wang" initials="XW" lastIdx="0" clrIdx="1455"/>
  <p:cmAuthor id="1457" name="George Clooney" initials="GC" lastIdx="0" clrIdx="1456"/>
  <p:cmAuthor id="1458" name="273679546@qq.com" initials="2" lastIdx="0" clrIdx="1457"/>
  <p:cmAuthor id="1459" name="孙少刚" initials="sssg" lastIdx="0" clrIdx="1458"/>
  <p:cmAuthor id="1460" name="haha" initials="h" lastIdx="0" clrIdx="1459"/>
  <p:cmAuthor id="1461" name="未知的使用者102" initials="未" lastIdx="0" clrIdx="1460"/>
  <p:cmAuthor id="1462" name="Johnny Hsieh" initials="J" lastIdx="0" clrIdx="1461"/>
  <p:cmAuthor id="1463" name="dcis" initials="d" lastIdx="0" clrIdx="1462"/>
  <p:cmAuthor id="1464" name="单 善" initials="单" lastIdx="0" clrIdx="1463"/>
  <p:cmAuthor id="1465" name="未知用户63" initials="未" lastIdx="0" clrIdx="1464"/>
  <p:cmAuthor id="1466" name="未知的使用者221" initials="" lastIdx="0" clrIdx="1465"/>
  <p:cmAuthor id="1467" name="成国强_6jqyBN7N" initials="authorId_8148959" lastIdx="0" clrIdx="1466"/>
  <p:cmAuthor id="1468" name="翔 张" initials="翔" lastIdx="0" clrIdx="1467"/>
  <p:cmAuthor id="1469" name="邵亮" initials="SL" lastIdx="0" clrIdx="1468"/>
  <p:cmAuthor id="1470" name="DJ" initials="DJ" lastIdx="0" clrIdx="1469"/>
  <p:cmAuthor id="1471" name="未知的使用者232" initials="" lastIdx="0" clrIdx="1470"/>
  <p:cmAuthor id="1472" name="lxm" initials="l" lastIdx="0" clrIdx="1471"/>
  <p:cmAuthor id="1473" name="Unknown User114" initials="U" lastIdx="0" clrIdx="1472"/>
  <p:cmAuthor id="1474" name="Unknown User63" initials="U" lastIdx="0" clrIdx="1473"/>
  <p:cmAuthor id="1475" name="James" initials="J" lastIdx="0" clrIdx="1474"/>
  <p:cmAuthor id="1476" name="nancy" initials="n" lastIdx="0" clrIdx="1475"/>
  <p:cmAuthor id="1477" name="王丽君" initials="王" lastIdx="0" clrIdx="1476"/>
  <p:cmAuthor id="1478" name="Ted Su" initials="T" lastIdx="0" clrIdx="1477"/>
  <p:cmAuthor id="1479" name="未知的使用者89" initials="未" lastIdx="0" clrIdx="1478"/>
  <p:cmAuthor id="1480" name="未知的使用者88" initials="未" lastIdx="0" clrIdx="1479"/>
  <p:cmAuthor id="1481" name="未知用户89" initials="未" lastIdx="0" clrIdx="1480"/>
  <p:cmAuthor id="1482" name="庆芳 许" initials="庆" lastIdx="0" clrIdx="1481"/>
  <p:cmAuthor id="1483" name="jerrychou" initials="j" lastIdx="0" clrIdx="1482"/>
  <p:cmAuthor id="1484" name="不明使用者12" initials="不" lastIdx="0" clrIdx="1483"/>
  <p:cmAuthor id="1485" name="不明使用者1" initials="不" lastIdx="0" clrIdx="1484"/>
  <p:cmAuthor id="1486" name="不明使用者2" initials="不" lastIdx="0" clrIdx="1485"/>
  <p:cmAuthor id="1487" name="不明使用者3" initials="不" lastIdx="0" clrIdx="1486"/>
  <p:cmAuthor id="1488" name="不明使用者4" initials="不" lastIdx="0" clrIdx="1487"/>
  <p:cmAuthor id="1489" name="不明使用者6" initials="不" lastIdx="0" clrIdx="1488"/>
  <p:cmAuthor id="1490" name="不明使用者5" initials="不" lastIdx="0" clrIdx="1489"/>
  <p:cmAuthor id="1491" name="不明使用者7" initials="不" lastIdx="0" clrIdx="1490"/>
  <p:cmAuthor id="1492" name="不明使用者8" initials="不" lastIdx="0" clrIdx="1491"/>
  <p:cmAuthor id="1493" name="不明使用者9" initials="不" lastIdx="0" clrIdx="1492"/>
  <p:cmAuthor id="1494" name="不明使用者10" initials="不" lastIdx="0" clrIdx="1493"/>
  <p:cmAuthor id="1495" name="不明使用者11" initials="不" lastIdx="0" clrIdx="1494"/>
  <p:cmAuthor id="1496" name="lusheng xu" initials="lx" lastIdx="0" clrIdx="1495"/>
  <p:cmAuthor id="1497" name="未知用户140" initials="未" lastIdx="0" clrIdx="1496"/>
  <p:cmAuthor id="1498" name="未知用户289" initials="未" lastIdx="0" clrIdx="1497"/>
  <p:cmAuthor id="1499" name="未知的使用者209" initials="未" lastIdx="0" clrIdx="1498"/>
  <p:cmAuthor id="1500" name="未知的使用者210" initials="未" lastIdx="0" clrIdx="1499"/>
  <p:cmAuthor id="1501" name="未知的使用者211" initials="未" lastIdx="0" clrIdx="1500"/>
  <p:cmAuthor id="1502" name="未知的使用者212" initials="未" lastIdx="0" clrIdx="1501"/>
  <p:cmAuthor id="1503" name="未知的使用者213" initials="未" lastIdx="0" clrIdx="1502"/>
  <p:cmAuthor id="1504" name="未知的使用者214" initials="未" lastIdx="0" clrIdx="1503"/>
  <p:cmAuthor id="1505" name="未知的使用者218" initials="未" lastIdx="0" clrIdx="1504"/>
  <p:cmAuthor id="1506" name="未知的使用者219" initials="未" lastIdx="0" clrIdx="1505"/>
  <p:cmAuthor id="1507" name="ahhk2" initials="a" lastIdx="0" clrIdx="1506"/>
  <p:cmAuthor id="1508" name="未知的使用者156" initials="未" lastIdx="0" clrIdx="1507"/>
  <p:cmAuthor id="1509" name="未知的使用者131" initials="未" lastIdx="0" clrIdx="1508"/>
  <p:cmAuthor id="1510" name="未知的使用者132" initials="未" lastIdx="0" clrIdx="1509"/>
  <p:cmAuthor id="1511" name="未知的使用者233" initials="未" lastIdx="0" clrIdx="1510"/>
  <p:cmAuthor id="1512" name="未知的使用者235" initials="未" lastIdx="0" clrIdx="1511"/>
  <p:cmAuthor id="1513" name="未知用户112" initials="未" lastIdx="0" clrIdx="1512"/>
  <p:cmAuthor id="1514" name="Liyangjun" initials="L" lastIdx="0" clrIdx="1513"/>
  <p:cmAuthor id="1515" name="未知用户296" initials="未" lastIdx="0" clrIdx="1514"/>
  <p:cmAuthor id="1516" name="Unknown User111" initials="U" lastIdx="0" clrIdx="1515"/>
  <p:cmAuthor id="1517" name="Unknown User116" initials="U" lastIdx="0" clrIdx="1516"/>
  <p:cmAuthor id="1518" name="Unknown User67" initials="U" lastIdx="0" clrIdx="1517"/>
  <p:cmAuthor id="1519" name="Unknown User68" initials="U" lastIdx="0" clrIdx="1518"/>
  <p:cmAuthor id="1520" name="Unknown User69" initials="U" lastIdx="0" clrIdx="1519"/>
  <p:cmAuthor id="1521" name="未知的使用者141" initials="未" lastIdx="0" clrIdx="1520"/>
  <p:cmAuthor id="1522" name="未知的使用者142" initials="未" lastIdx="0" clrIdx="1521"/>
  <p:cmAuthor id="1523" name="ll z" initials="l" lastIdx="0" clrIdx="1522"/>
  <p:cmAuthor id="1524" name="guanhh" initials="g" lastIdx="0" clrIdx="1523"/>
  <p:cmAuthor id="1525" name="未知用户186" initials="未" lastIdx="0" clrIdx="1524"/>
  <p:cmAuthor id="1526" name="aaaaaa apple" initials="a" lastIdx="0" clrIdx="1525"/>
  <p:cmAuthor id="1527" name="bu" initials="b" lastIdx="0" clrIdx="1526"/>
  <p:cmAuthor id="1528" name="win7" initials="w" lastIdx="0" clrIdx="1527"/>
  <p:cmAuthor id="1529" name="未知用户87" initials="未" lastIdx="0" clrIdx="1528"/>
  <p:cmAuthor id="1530" name="未知用户88" initials="未" lastIdx="0" clrIdx="1529"/>
  <p:cmAuthor id="1531" name="ye gusong" initials="y" lastIdx="0" clrIdx="1530"/>
  <p:cmAuthor id="1532" name="panjm" initials="p" lastIdx="0" clrIdx="1531"/>
  <p:cmAuthor id="1533" name="孙" initials="孙" lastIdx="0" clrIdx="1532"/>
  <p:cmAuthor id="1534" name="Unknown User113" initials="U" lastIdx="0" clrIdx="1533"/>
  <p:cmAuthor id="1535" name="yudi lin" initials="y" lastIdx="0" clrIdx="1534"/>
  <p:cmAuthor id="1536" name="liuzga" initials="l" lastIdx="0" clrIdx="1535"/>
  <p:cmAuthor id="1537" name="49554261@qq.com" initials="4" lastIdx="0" clrIdx="1536"/>
  <p:cmAuthor id="1538" name="未知用户283" initials="未" lastIdx="0" clrIdx="1537"/>
  <p:cmAuthor id="1539" name="wei muzi" initials="w" lastIdx="0" clrIdx="1538"/>
  <p:cmAuthor id="1540" name="�Ÿ�" initials="�" lastIdx="0" clrIdx="1539"/>
  <p:cmAuthor id="1541" name="未知的使用者143" initials="未" lastIdx="0" clrIdx="1540"/>
  <p:cmAuthor id="1542" name="Carol Kelly" initials="C" lastIdx="0" clrIdx="1541"/>
  <p:cmAuthor id="1543" name="未知的使用者155" initials="未" lastIdx="0" clrIdx="1542"/>
  <p:cmAuthor id="1544" name="未知用户110" initials="未" lastIdx="0" clrIdx="1543"/>
  <p:cmAuthor id="1545" name="Unknown User58" initials="U" lastIdx="0" clrIdx="1544"/>
  <p:cmAuthor id="1546" name="Unknown User55" initials="U" lastIdx="0" clrIdx="1545"/>
  <p:cmAuthor id="1547" name="Huipeng Cao" initials="H" lastIdx="0" clrIdx="1546"/>
  <p:cmAuthor id="1548" name="李 雷雨" initials="李" lastIdx="0" clrIdx="1547"/>
  <p:cmAuthor id="1549" name="91257" initials="9" lastIdx="0" clrIdx="1548"/>
  <p:cmAuthor id="1550" name="vicky" initials="v" lastIdx="0" clrIdx="1549"/>
  <p:cmAuthor id="1551" name="Carol Wu" initials="C" lastIdx="0" clrIdx="1550"/>
  <p:cmAuthor id="1552" name="敢 王" initials="敢" lastIdx="0" clrIdx="1551"/>
  <p:cmAuthor id="1553" name="邓 勇" initials="邓" lastIdx="0" clrIdx="1552"/>
  <p:cmAuthor id="1554" name="陈城" initials="陈" lastIdx="0" clrIdx="1553"/>
  <p:cmAuthor id="1555" name="Sharon" initials="S" lastIdx="0" clrIdx="1554"/>
  <p:cmAuthor id="1556" name="蓝礼健" initials="蓝" lastIdx="0" clrIdx="1555"/>
  <p:cmAuthor id="1557" name="shenbina" initials="s" lastIdx="0" clrIdx="1556"/>
  <p:cmAuthor id="1558" name="Kathy" initials="K" lastIdx="0" clrIdx="1557"/>
  <p:cmAuthor id="1559" name="孟连磊" initials="孟" lastIdx="0" clrIdx="1558"/>
  <p:cmAuthor id="1560" name="未知的使用者177" initials="未" lastIdx="0" clrIdx="1559"/>
  <p:cmAuthor id="1561" name="winner1 chan" initials="wc" lastIdx="0" clrIdx="1560"/>
  <p:cmAuthor id="1562" name="俊晔 邱" initials="俊" lastIdx="0" clrIdx="1561"/>
  <p:cmAuthor id="1563" name="annie.gts@outlook.com" initials="a" lastIdx="0" clrIdx="1562"/>
  <p:cmAuthor id="1564" name="杨 升格" initials="杨" lastIdx="0" clrIdx="1563"/>
  <p:cmAuthor id="1565" name="yesg" initials="y" lastIdx="0" clrIdx="1564"/>
  <p:cmAuthor id="1566" name="soling" initials="s" lastIdx="0" clrIdx="1565"/>
  <p:cmAuthor id="1567" name="李 骁" initials="李" lastIdx="0" clrIdx="1566"/>
  <p:cmAuthor id="1568" name="未知的使用者96" initials="未" lastIdx="0" clrIdx="1567"/>
  <p:cmAuthor id="1569" name="未知的使用者101" initials="未" lastIdx="0" clrIdx="1568"/>
  <p:cmAuthor id="1570" name="wangxinhui" initials="w" lastIdx="0" clrIdx="1569"/>
  <p:cmAuthor id="1571" name="NTKO" initials="H" lastIdx="0" clrIdx="1570"/>
  <p:cmAuthor id="1572" name="dm wu" initials="dw" lastIdx="0" clrIdx="1571"/>
  <p:cmAuthor id="1573" name="admin_lisj" initials="sl" lastIdx="0" clrIdx="1572"/>
  <p:cmAuthor id="1574" name="1" initials="1" lastIdx="0" clrIdx="1573"/>
  <p:cmAuthor id="1575" name="ST-Zhaoyamo" initials="S" lastIdx="0" clrIdx="1574"/>
  <p:cmAuthor id="1576" name="zhangbingqing" initials="z" lastIdx="0" clrIdx="1575"/>
  <p:cmAuthor id="1577" name="China" initials="C" lastIdx="0" clrIdx="1576"/>
  <p:cmAuthor id="1578" name="王00" initials="王" lastIdx="0" clrIdx="1577"/>
  <p:cmAuthor id="1579" name="Richard Xiong(YICT,ITD)" initials="" lastIdx="0" clrIdx="1578"/>
  <p:cmAuthor id="1580" name="vg" initials="v" lastIdx="0" clrIdx="1579"/>
  <p:cmAuthor id="1581" name="10209970" initials="1" lastIdx="0" clrIdx="1580"/>
  <p:cmAuthor id="1582" name="ma jialin" initials="mj" lastIdx="0" clrIdx="1581"/>
  <p:cmAuthor id="1583" name="elfinhsu" initials="" lastIdx="0" clrIdx="1582"/>
  <p:cmAuthor id="1584" name="培源" initials="培源" lastIdx="0" clrIdx="1583"/>
  <p:cmAuthor id="1585" name="." initials="." lastIdx="0" clrIdx="1584"/>
  <p:cmAuthor id="1586" name="Liu, Hongqing (NSB - CN/Shanghai)" initials="LH(C" lastIdx="0" clrIdx="1585"/>
  <p:cmAuthor id="1587" name="陈晓凤00012695" initials="陈晓凤00012695" lastIdx="0" clrIdx="1586"/>
  <p:cmAuthor id="1588" name="huangjin" initials="" lastIdx="0" clrIdx="1587"/>
  <p:cmAuthor id="1589" name="17750226060@163.com" initials="1" lastIdx="0" clrIdx="1588"/>
  <p:cmAuthor id="1590" name="王乙凯" initials="王" lastIdx="0" clrIdx="1589"/>
  <p:cmAuthor id="1591" name="刘圣保" initials="刘" lastIdx="0" clrIdx="1590"/>
  <p:cmAuthor id="1592" name="许 志军" initials="许" lastIdx="0" clrIdx="1591"/>
  <p:cmAuthor id="1593" name="office" initials="o" lastIdx="0" clrIdx="1592"/>
  <p:cmAuthor id="1594" name="周姣" initials="1" lastIdx="0" clrIdx="1593"/>
  <p:cmAuthor id="1595" name="刘雨慧" initials="L" lastIdx="0" clrIdx="1594"/>
  <p:cmAuthor id="1596" name="Melanie Smitt" initials="M" lastIdx="0" clrIdx="1595"/>
  <p:cmAuthor id="1597" name="柏 华" initials="柏" lastIdx="0" clrIdx="1596"/>
  <p:cmAuthor id="1598" name="Mark McGregor (HI)" initials="M" lastIdx="0" clrIdx="1597"/>
  <p:cmAuthor id="1599" name="王海静" initials="whj" lastIdx="0" clrIdx="1598"/>
  <p:cmAuthor id="1600" name="Machackova, Zuzana {MDAO~Basel}" initials="M" lastIdx="0" clrIdx="1599"/>
  <p:cmAuthor id="1601" name="lin bi" initials="lb" lastIdx="0" clrIdx="1600"/>
  <p:cmAuthor id="1602" name="Franca, Ryan {MDAO~Basel}" initials="F" lastIdx="0" clrIdx="1601"/>
  <p:cmAuthor id="1603" name="宁海蓉" initials="海蓉" lastIdx="0" clrIdx="1602"/>
  <p:cmAuthor id="1604" name="Bart Baranowski (HI)" initials="B" lastIdx="0" clrIdx="1603"/>
  <p:cmAuthor id="1605" name="Helen Keyworth (HI)" initials="H" lastIdx="0" clrIdx="1604"/>
  <p:cmAuthor id="1606" name="云峰 贾" initials="云" lastIdx="0" clrIdx="1605"/>
  <p:cmAuthor id="1607" name="Louise Adamson (HI)" initials="L" lastIdx="0" clrIdx="1606"/>
  <p:cmAuthor id="1608" name="张灿" initials="张灿" lastIdx="0" clrIdx="1607"/>
  <p:cmAuthor id="1609" name="hpguan" initials="h" lastIdx="0" clrIdx="1608"/>
  <p:cmAuthor id="1610" name="沙俊杰00140688" initials="沙" lastIdx="0" clrIdx="1609"/>
  <p:cmAuthor id="1611" name="古二蛋" initials="古" lastIdx="0" clrIdx="1610"/>
  <p:cmAuthor id="1612" name="phoenixdhz" initials="p" lastIdx="0" clrIdx="1611"/>
  <p:cmAuthor id="1613" name="唐芸" initials="唐" lastIdx="0" clrIdx="1612"/>
  <p:cmAuthor id="1614" name="王源" initials="王" lastIdx="0" clrIdx="1613"/>
  <p:cmAuthor id="1615" name="wanghao31" initials="w" lastIdx="0" clrIdx="1614"/>
  <p:cmAuthor id="1616" name="魏桢" initials="魏" lastIdx="0" clrIdx="1615"/>
  <p:cmAuthor id="1617" name="张 佳" initials="张" lastIdx="0" clrIdx="1616"/>
  <p:cmAuthor id="1618" name="zhangqiang" initials="z" lastIdx="0" clrIdx="1617"/>
  <p:cmAuthor id="1619" name="未知用户330" initials="未" lastIdx="0" clrIdx="1618"/>
  <p:cmAuthor id="1620" name="倪燕子00036324" initials="倪" lastIdx="0" clrIdx="1619"/>
  <p:cmAuthor id="1621" name="未知用户182" initials="未" lastIdx="0" clrIdx="1620"/>
  <p:cmAuthor id="1622" name="Kent" initials="K" lastIdx="0" clrIdx="1621"/>
  <p:cmAuthor id="1623" name="0045000519" initials="0" lastIdx="0" clrIdx="1622"/>
  <p:cmAuthor id="1624" name="留毓吟" initials="留" lastIdx="0" clrIdx="1623"/>
  <p:cmAuthor id="1625" name="ASUS" initials="A" lastIdx="0" clrIdx="1624"/>
  <p:cmAuthor id="1626" name="用户查看" initials="用" lastIdx="0" clrIdx="1625"/>
  <p:cmAuthor id="1627" name="WHF" initials="W" lastIdx="0" clrIdx="1626"/>
  <p:cmAuthor id="1628" name="爱尔兰" initials="爱" lastIdx="0" clrIdx="1627"/>
  <p:cmAuthor id="1629" name="未知用户162" initials="未" lastIdx="0" clrIdx="1628"/>
  <p:cmAuthor id="1630" name="kangzhongwei@ha.cmcc" initials="kangzhongwei@ha.cmcc" lastIdx="0" clrIdx="1629"/>
  <p:cmAuthor id="1631" name="潈ऎ䕨அ" initials="潈" lastIdx="0" clrIdx="1630"/>
  <p:cmAuthor id="1632" name="xiedk" initials="x" lastIdx="0" clrIdx="1631"/>
  <p:cmAuthor id="1633" name="36216" initials="3" lastIdx="0" clrIdx="1632"/>
  <p:cmAuthor id="1634" name="10327298" initials="1" lastIdx="0" clrIdx="1633"/>
  <p:cmAuthor id="1635" name="mawei19" initials="m" lastIdx="0" clrIdx="1634"/>
  <p:cmAuthor id="1636" name="xifeng" initials="x" lastIdx="0" clrIdx="1635"/>
  <p:cmAuthor id="1637" name="xulina" initials="x" lastIdx="0" clrIdx="1636"/>
  <p:cmAuthor id="1638" name="shye_EbMrZnMJ" initials="authorId_858303361" lastIdx="0" clrIdx="1637"/>
  <p:cmAuthor id="1639" name="王 涛" initials="王" lastIdx="0" clrIdx="1638"/>
  <p:cmAuthor id="1640" name="王伟栋_ymIjy2uI" initials="authorId_1008746-10055544" lastIdx="0" clrIdx="1639"/>
  <p:cmAuthor id="1641" name="00334816" initials="0" lastIdx="0" clrIdx="1640"/>
  <p:cmAuthor id="1642" name="蔡丹倩" initials="蔡" lastIdx="0" clrIdx="1641"/>
  <p:cmAuthor id="1643" name="晓琳 李" initials="晓琳" lastIdx="0" clrIdx="1642"/>
  <p:cmAuthor id="1644" name="li hui" initials="lh" lastIdx="0" clrIdx="1643"/>
  <p:cmAuthor id="1645" name="song manyi" initials="s" lastIdx="0" clrIdx="1644"/>
  <p:cmAuthor id="1646" name="00283275" initials="0" lastIdx="0" clrIdx="1645"/>
  <p:cmAuthor id="1647" name="dongrp" initials="d" lastIdx="0" clrIdx="1646"/>
  <p:cmAuthor id="1648" name="lirui" initials="l" lastIdx="0" clrIdx="1647"/>
  <p:cmAuthor id="1649" name="祁峰" initials="l" lastIdx="0" clrIdx="1648"/>
  <p:cmAuthor id="1650" name="10067286" initials="1" lastIdx="0" clrIdx="1649"/>
  <p:cmAuthor id="1651" name="杨玉森" initials="l" lastIdx="0" clrIdx="1650"/>
  <p:cmAuthor id="1652" name="王志明" initials="王" lastIdx="0" clrIdx="1651"/>
  <p:cmAuthor id="1653" name="86177" initials="8" lastIdx="0" clrIdx="1652"/>
  <p:cmAuthor id="1654" name="10108380" initials="1" lastIdx="0" clrIdx="1653"/>
  <p:cmAuthor id="1655" name="苏薇" initials="苏" lastIdx="0" clrIdx="1654"/>
  <p:cmAuthor id="1656" name="myjsrr" initials="m" lastIdx="0" clrIdx="1655"/>
  <p:cmAuthor id="1657" name="wangmengxing" initials="w" lastIdx="0" clrIdx="1656"/>
  <p:cmAuthor id="1658" name="10024364" initials="1" lastIdx="0" clrIdx="1657"/>
  <p:cmAuthor id="1659" name="Jason" initials="J" lastIdx="0" clrIdx="1658"/>
  <p:cmAuthor id="1660" name="邹洋" initials="邹" lastIdx="0" clrIdx="1659"/>
  <p:cmAuthor id="1661" name="10191815" initials="1" lastIdx="0" clrIdx="1660"/>
  <p:cmAuthor id="1662" name="张鹏翔10263117" initials="张" lastIdx="0" clrIdx="1661"/>
  <p:cmAuthor id="1663" name="mxg" initials="m" lastIdx="0" clrIdx="1662"/>
  <p:cmAuthor id="1664" name="朱绍春" initials="朱" lastIdx="0" clrIdx="1663"/>
  <p:cmAuthor id="1665" name="jk-an" initials="j" lastIdx="0" clrIdx="1664"/>
  <p:cmAuthor id="1666" name="10196350" initials="rule" lastIdx="0" clrIdx="1665"/>
  <p:cmAuthor id="1667" name="G.S.7" initials="G" lastIdx="0" clrIdx="1666"/>
  <p:cmAuthor id="1668" name="陈尚文" initials="陈" lastIdx="0" clrIdx="1667"/>
  <p:cmAuthor id="1669" name="李威" initials="李" lastIdx="0" clrIdx="1668"/>
  <p:cmAuthor id="1670" name="杨静" initials="杨" lastIdx="0" clrIdx="1669"/>
  <p:cmAuthor id="1671" name="郑廷东" initials="郑" lastIdx="0" clrIdx="1670"/>
  <p:cmAuthor id="1672" name="mac" initials="m" lastIdx="0" clrIdx="1671"/>
  <p:cmAuthor id="1673" name="guoning" initials="g" lastIdx="0" clrIdx="1672"/>
  <p:cmAuthor id="1674" name="王志刚" initials="王" lastIdx="0" clrIdx="1673"/>
  <p:cmAuthor id="1675" name="孙大威" initials="孙" lastIdx="0" clrIdx="1674"/>
  <p:cmAuthor id="1676" name="fgx" initials="f" lastIdx="0" clrIdx="1675"/>
  <p:cmAuthor id="1677" name="高永刚" initials="高" lastIdx="0" clrIdx="1676"/>
  <p:cmAuthor id="1678" name="光启" initials="光" lastIdx="0" clrIdx="1677"/>
  <p:cmAuthor id="1679" name="侯雪飞" initials="侯" lastIdx="0" clrIdx="1678"/>
  <p:cmAuthor id="1680" name="YuQing" initials="Y" lastIdx="0" clrIdx="1679"/>
  <p:cmAuthor id="1681" name="Youwen Sun" initials="Y" lastIdx="0" clrIdx="1680"/>
  <p:cmAuthor id="1682" name="dadi" initials="d" lastIdx="0" clrIdx="1681"/>
  <p:cmAuthor id="1683" name="张田田" initials="张" lastIdx="0" clrIdx="1682"/>
  <p:cmAuthor id="1684" name="张好彤" initials="张" lastIdx="0" clrIdx="1683"/>
  <p:cmAuthor id="1685" name="杨彦伟" initials="杨" lastIdx="0" clrIdx="1684"/>
  <p:cmAuthor id="1686" name="张艳芳" initials="张" lastIdx="0" clrIdx="1685"/>
  <p:cmAuthor id="1687" name="徐杰" initials="徐" lastIdx="0" clrIdx="1686"/>
  <p:cmAuthor id="1688" name="朱海平" initials="朱" lastIdx="0" clrIdx="1687"/>
  <p:cmAuthor id="1689" name="王景红" initials="王" lastIdx="0" clrIdx="1688"/>
  <p:cmAuthor id="1690" name="席金煜" initials="席" lastIdx="0" clrIdx="1689"/>
  <p:cmAuthor id="1691" name="杨秀丰" initials="杨" lastIdx="0" clrIdx="1690"/>
  <p:cmAuthor id="1692" name="liang ma" initials="l" lastIdx="0" clrIdx="1691"/>
  <p:cmAuthor id="1693" name="陈 家锐" initials="陈" lastIdx="0" clrIdx="1692"/>
  <p:cmAuthor id="1694" name="shamrock" initials="s" lastIdx="0" clrIdx="1693"/>
  <p:cmAuthor id="1695" name="丘凌" initials="丘" lastIdx="0" clrIdx="1694"/>
  <p:cmAuthor id="1696" name="升腾桌面云" initials="升" lastIdx="0" clrIdx="1695"/>
  <p:cmAuthor id="1697" name="CodonMedical" initials="C" lastIdx="0" clrIdx="1696"/>
  <p:cmAuthor id="1698" name="Petersen, Jenny {MDBD~South San Francisco}" initials="P" lastIdx="0" clrIdx="1697"/>
  <p:cmAuthor id="1699" name="Kate Rijnen" initials="K" lastIdx="0" clrIdx="1698"/>
  <p:cmAuthor id="1700" name="武立强" initials="武" lastIdx="0" clrIdx="1699"/>
  <p:cmAuthor id="1701" name="未知用户194" initials="未" lastIdx="0" clrIdx="1700"/>
  <p:cmAuthor id="1702" name="13315298097@163.com" initials="1" lastIdx="0" clrIdx="1701"/>
  <p:cmAuthor id="1703" name="qf h" initials="qh" lastIdx="0" clrIdx="1702"/>
  <p:cmAuthor id="1704" name="Jinglei Ren" initials="" lastIdx="0" clrIdx="1703"/>
  <p:cmAuthor id="1705" name="Weisi Deng" initials="WD" lastIdx="0" clrIdx="1704"/>
  <p:cmAuthor id="1706" name="颉 亚运" initials="颉" lastIdx="0" clrIdx="1705"/>
  <p:cmAuthor id="1707" name="Wangwenjun" initials="W" lastIdx="0" clrIdx="1706"/>
  <p:cmAuthor id="1708" name="王文鹤" initials="陈" lastIdx="0" clrIdx="1707"/>
  <p:cmAuthor id="1709" name="马瑞" initials="马" lastIdx="0" clrIdx="1708"/>
  <p:cmAuthor id="1710" name="bingning" initials="b" lastIdx="0" clrIdx="1709"/>
  <p:cmAuthor id="1711" name="超羽 杨" initials="超羽" lastIdx="0" clrIdx="1710"/>
  <p:cmAuthor id="1712" name="zlx" initials="z" lastIdx="0" clrIdx="1711"/>
  <p:cmAuthor id="1713" name="chenw" initials="c" lastIdx="0" clrIdx="1712"/>
  <p:cmAuthor id="1714" name="旭 文" initials="旭" lastIdx="0" clrIdx="1713"/>
  <p:cmAuthor id="1715" name="colin" initials="c" lastIdx="0" clrIdx="1714"/>
  <p:cmAuthor id="1716" name="AutoBVT" initials="A" lastIdx="0" clrIdx="1715"/>
  <p:cmAuthor id="1717" name="zhihui li" initials="zl" lastIdx="0" clrIdx="1716"/>
  <p:cmAuthor id="1718" name="闫蕊" initials="闫" lastIdx="0" clrIdx="1717"/>
  <p:cmAuthor id="1719" name="flowerpeople" initials="f" lastIdx="0" clrIdx="1718"/>
  <p:cmAuthor id="1720" name="Shane O'Sullivan" initials="SO" lastIdx="0" clrIdx="1719"/>
  <p:cmAuthor id="1721" name="未知用户105" initials="未知用户105" lastIdx="0" clrIdx="1720"/>
  <p:cmAuthor id="1722" name="关丽莘" initials="T" lastIdx="0" clrIdx="1721"/>
  <p:cmAuthor id="1723" name="wu li" initials="wl" lastIdx="0" clrIdx="1722"/>
  <p:cmAuthor id="1724" name="wangxiaoxuan@ha.cmcc" initials="w" lastIdx="0" clrIdx="1723"/>
  <p:cmAuthor id="1725" name="10109906" initials="1" lastIdx="0" clrIdx="1724"/>
  <p:cmAuthor id="1726" name="王杰" initials="王" lastIdx="0" clrIdx="1725"/>
  <p:cmAuthor id="1727" name="10092253" initials="1" lastIdx="0" clrIdx="1726"/>
  <p:cmAuthor id="1728" name="Li Pengling" initials="LP" lastIdx="0" clrIdx="1727"/>
  <p:cmAuthor id="1729" name="10278788" initials="1" lastIdx="0" clrIdx="1728"/>
  <p:cmAuthor id="1730" name="10211257" initials="1" lastIdx="0" clrIdx="1729"/>
  <p:cmAuthor id="1731" name="德辰 李" initials="德李" lastIdx="0" clrIdx="1730"/>
  <p:cmAuthor id="1732" name="10169052" initials="TC" lastIdx="0" clrIdx="1731"/>
  <p:cmAuthor id="1733" name="fengye zhu" initials="fz" lastIdx="0" clrIdx="1732"/>
  <p:cmAuthor id="1734" name="10120993" initials="1" lastIdx="0" clrIdx="1733"/>
  <p:cmAuthor id="1735" name="yuan jingjing" initials="yj" lastIdx="0" clrIdx="1734"/>
  <p:cmAuthor id="1736" name="李永丰" initials="李" lastIdx="0" clrIdx="1735"/>
  <p:cmAuthor id="1737" name="徐 正国" initials="徐" lastIdx="0" clrIdx="1736"/>
  <p:cmAuthor id="1738" name="未知用户11" initials="未知用户11" lastIdx="0" clrIdx="1737"/>
  <p:cmAuthor id="1739" name="☜心蓝☞" initials="☜" lastIdx="0" clrIdx="1738"/>
  <p:cmAuthor id="1740" name="xmwujianx" initials="x" lastIdx="0" clrIdx="1739"/>
  <p:cmAuthor id="1741" name="Z45395" initials="Z" lastIdx="0" clrIdx="1740"/>
  <p:cmAuthor id="1742" name="Heyanghong" initials="H" lastIdx="0" clrIdx="1741"/>
  <p:cmAuthor id="1743" name="康启龙" initials="J" lastIdx="0" clrIdx="1742"/>
  <p:cmAuthor id="1744" name="zte" initials="z" lastIdx="0" clrIdx="1743"/>
  <p:cmAuthor id="1745" name="10181563" initials="ll" lastIdx="0" clrIdx="1744"/>
  <p:cmAuthor id="1746" name="00196605" initials="0" lastIdx="0" clrIdx="1745"/>
  <p:cmAuthor id="1747" name="陈志彬" initials="a" lastIdx="0" clrIdx="1746"/>
  <p:cmAuthor id="1748" name="张 青山" initials="张" lastIdx="0" clrIdx="1747"/>
  <p:cmAuthor id="1749" name="zhouwd" initials="1" lastIdx="0" clrIdx="1748"/>
  <p:cmAuthor id="1750" name="万 琳霞" initials="万" lastIdx="0" clrIdx="1749"/>
  <p:cmAuthor id="1751" name="张青山" initials="张青山" lastIdx="0" clrIdx="1750"/>
  <p:cmAuthor id="1752" name="Wang Ethan" initials="WE" lastIdx="0" clrIdx="1751"/>
  <p:cmAuthor id="1753" name="tkadmin" initials="t" lastIdx="0" clrIdx="1752"/>
  <p:cmAuthor id="1754" name="周丰" initials="e" lastIdx="0" clrIdx="1753"/>
  <p:cmAuthor id="1755" name="zhengty" initials="z" lastIdx="0" clrIdx="1754"/>
  <p:cmAuthor id="1756" name="陆韵之" initials="4" lastIdx="0" clrIdx="1755"/>
  <p:cmAuthor id="1757" name="yangying73" initials="y" lastIdx="0" clrIdx="1756"/>
  <p:cmAuthor id="1758" name="HP Inc." initials="HI" lastIdx="0" clrIdx="1757"/>
  <p:cmAuthor id="1759" name="进 揭" initials="进" lastIdx="0" clrIdx="1758"/>
  <p:cmAuthor id="1760" name="小红 帽" initials="小红" lastIdx="0" clrIdx="1759"/>
  <p:cmAuthor id="1761" name="sivaram" initials="s" lastIdx="0" clrIdx="1760"/>
  <p:cmAuthor id="1762" name="朱皆一" initials="朱" lastIdx="0" clrIdx="1761"/>
  <p:cmAuthor id="1763" name="song jiaqi" initials="sj" lastIdx="0" clrIdx="1762"/>
  <p:cmAuthor id="1764" name="吴 小丽" initials="吴" lastIdx="0" clrIdx="1763"/>
  <p:cmAuthor id="1765" name="zhoujiajun" initials="z" lastIdx="0" clrIdx="1764"/>
  <p:cmAuthor id="1766" name="10015046" initials="1" lastIdx="0" clrIdx="1765"/>
  <p:cmAuthor id="1767" name="王秦" initials="D" lastIdx="0" clrIdx="1766"/>
  <p:cmAuthor id="1768" name="郭兆乾" initials="郭" lastIdx="0" clrIdx="1767"/>
  <p:cmAuthor id="1769" name="10303" initials="1" lastIdx="0" clrIdx="1768"/>
  <p:cmAuthor id="1770" name="申利霞|shenlixia" initials="申" lastIdx="0" clrIdx="1769"/>
  <p:cmAuthor id="1771" name="余大白" initials="余" lastIdx="0" clrIdx="1770"/>
  <p:cmAuthor id="1772" name="jesschin" initials="j" lastIdx="0" clrIdx="1771"/>
  <p:cmAuthor id="1773" name="User" initials="U" lastIdx="0" clrIdx="1772"/>
  <p:cmAuthor id="1774" name="朱明霞" initials="朱" lastIdx="0" clrIdx="1773"/>
  <p:cmAuthor id="1775" name="mazhen" initials="m" lastIdx="0" clrIdx="1774"/>
  <p:cmAuthor id="1776" name="吕佩00036751" initials="吕佩00036751" lastIdx="0" clrIdx="1775"/>
  <p:cmAuthor id="1777" name="zh" initials="z" lastIdx="0" clrIdx="1776"/>
  <p:cmAuthor id="1778" name="木木" initials="木" lastIdx="0" clrIdx="1777"/>
  <p:cmAuthor id="1779" name="谢美娟00091379" initials="谢" lastIdx="0" clrIdx="1778"/>
  <p:cmAuthor id="1780" name="乐乐" initials="乐" lastIdx="0" clrIdx="1779"/>
  <p:cmAuthor id="1781" name="巴尔" initials="巴" lastIdx="0" clrIdx="1780"/>
  <p:cmAuthor id="1782" name="10000" initials="1" lastIdx="0" clrIdx="1781"/>
  <p:cmAuthor id="1783" name="10107538" initials="1" lastIdx="0" clrIdx="1782"/>
  <p:cmAuthor id="1784" name="0000" initials="0" lastIdx="0" clrIdx="1783"/>
  <p:cmAuthor id="1785" name="张金颖&amp;Yilia" initials="MSOffice" lastIdx="0" clrIdx="1784"/>
  <p:cmAuthor id="1786" name="bafeng" initials="b" lastIdx="0" clrIdx="1785"/>
  <p:cmAuthor id="1787" name="10005195" initials="1" lastIdx="0" clrIdx="1786"/>
  <p:cmAuthor id="1788" name="wyao8" initials="w" lastIdx="0" clrIdx="1787"/>
  <p:cmAuthor id="1789" name="郭诗雅" initials="郭诗雅" lastIdx="0" clrIdx="1788"/>
  <p:cmAuthor id="1790" name="邵丹(联通上海市上海市分公司)" initials="邵丹(联通上海市上海市分公司)" lastIdx="0" clrIdx="1789"/>
  <p:cmAuthor id="1791" name="Lina Hang(联通上海市上海市分公司)" initials="LH" lastIdx="0" clrIdx="1790"/>
  <p:cmAuthor id="1792" name="WuWanLing" initials="W" lastIdx="0" clrIdx="1791"/>
  <p:cmAuthor id="1793" name="王竑达" initials="王竑达" lastIdx="0" clrIdx="1792"/>
  <p:cmAuthor id="1794" name="黄媛媛" initials="黄" lastIdx="0" clrIdx="1793"/>
  <p:cmAuthor id="1795" name="86186" initials="8" lastIdx="0" clrIdx="1794"/>
  <p:cmAuthor id="1796" name="陪我看日出" initials="陪" lastIdx="0" clrIdx="1795"/>
  <p:cmAuthor id="1797" name="韩永超(省公司一)" initials="韩" lastIdx="0" clrIdx="1796"/>
  <p:cmAuthor id="1798" name="Tang Siri" initials="T" lastIdx="0" clrIdx="1797"/>
  <p:cmAuthor id="1799" name="p x" initials="px" lastIdx="0" clrIdx="1798"/>
  <p:cmAuthor id="1800" name="珊 叶" initials="珊叶" lastIdx="0" clrIdx="1799"/>
  <p:cmAuthor id="1801" name="he feng" initials="h" lastIdx="0" clrIdx="1800"/>
  <p:cmAuthor id="1802" name="周慧平" initials="周慧平" lastIdx="0" clrIdx="1801"/>
  <p:cmAuthor id="1803" name="董涛" initials="W用" lastIdx="0" clrIdx="1802"/>
  <p:cmAuthor id="1804" name="HuQQ" initials="HuQQ" lastIdx="0" clrIdx="1803"/>
  <p:cmAuthor id="1805" name="TAO Shiyun" initials="TS" lastIdx="0" clrIdx="1804"/>
  <p:cmAuthor id="1806" name="10095622" initials="1" lastIdx="0" clrIdx="1805"/>
  <p:cmAuthor id="1807" name="秦 超" initials="秦" lastIdx="0" clrIdx="1806"/>
  <p:cmAuthor id="1808" name="系统管理" initials="系" lastIdx="0" clrIdx="1807"/>
  <p:cmAuthor id="1809" name="景伯文" initials="景伯文" lastIdx="0" clrIdx="1808"/>
  <p:cmAuthor id="1810" name="Han Bary" initials="HB" lastIdx="0" clrIdx="1809"/>
  <p:cmAuthor id="1811" name="Ms" initials="M" lastIdx="0" clrIdx="1810"/>
  <p:cmAuthor id="1812" name="liuwm" initials="l" lastIdx="0" clrIdx="1811"/>
  <p:cmAuthor id="1813" name="Xia Meng 00049798" initials="Mandy" lastIdx="0" clrIdx="1812"/>
  <p:cmAuthor id="1814" name="xiaowangye" initials="x" lastIdx="0" clrIdx="1813"/>
  <p:cmAuthor id="1815" name="wxpyx" initials="w" lastIdx="0" clrIdx="1814"/>
  <p:cmAuthor id="1816" name="86153" initials="8" lastIdx="0" clrIdx="1815"/>
  <p:cmAuthor id="1817" name="Dallen" initials="D" lastIdx="0" clrIdx="1816"/>
  <p:cmAuthor id="1818" name="Shelby" initials="S" lastIdx="0" clrIdx="1817"/>
  <p:cmAuthor id="1819" name="任华瑛" initials="h" lastIdx="0" clrIdx="1818"/>
  <p:cmAuthor id="1820" name="00284818" initials="0" lastIdx="0" clrIdx="1819"/>
  <p:cmAuthor id="1821" name="douhu" initials="d" lastIdx="0" clrIdx="1820"/>
  <p:cmAuthor id="1822" name="xuqing" initials="x" lastIdx="0" clrIdx="1821"/>
  <p:cmAuthor id="1823" name="乐" initials="乐" lastIdx="0" clrIdx="1822"/>
  <p:cmAuthor id="1824" name="田婷婷" initials="田" lastIdx="0" clrIdx="1823"/>
  <p:cmAuthor id="1825" name="hyrx05" initials="h" lastIdx="0" clrIdx="1824"/>
  <p:cmAuthor id="1826" name="10011274@zte.intra" initials="1" lastIdx="0" clrIdx="1825"/>
  <p:cmAuthor id="1827" name="Lenovo User" initials="L" lastIdx="0" clrIdx="1826"/>
  <p:cmAuthor id="1828" name="slm" initials="X" lastIdx="0" clrIdx="1827"/>
  <p:cmAuthor id="1829" name="赵琦" initials="赵" lastIdx="0" clrIdx="1828"/>
  <p:cmAuthor id="1830" name="朱悦龙" initials="朱" lastIdx="0" clrIdx="1829"/>
  <p:cmAuthor id="1831" name="未定义" initials="未" lastIdx="0" clrIdx="1830"/>
  <p:cmAuthor id="1832" name="10039985" initials="1" lastIdx="0" clrIdx="1831"/>
  <p:cmAuthor id="1833" name="dingbo" initials="d" lastIdx="0" clrIdx="1832"/>
  <p:cmAuthor id="1834" name="赵宇光" initials="赵" lastIdx="0" clrIdx="1833"/>
  <p:cmAuthor id="1835" name="Steven" initials="S" lastIdx="0" clrIdx="1834"/>
  <p:cmAuthor id="1836" name="张宏伟" initials="张" lastIdx="0" clrIdx="1835"/>
  <p:cmAuthor id="1837" name="10223621" initials="1" lastIdx="0" clrIdx="1836"/>
  <p:cmAuthor id="1838" name="Yuan Hu" initials="Y" lastIdx="0" clrIdx="1837"/>
  <p:cmAuthor id="1839" name="WPS_1619319137" initials="W" lastIdx="0" clrIdx="1838"/>
  <p:cmAuthor id="1840" name="Pei" initials="P" lastIdx="0" clrIdx="1839"/>
  <p:cmAuthor id="1841" name="Ying Li" initials="Y" lastIdx="0" clrIdx="1840"/>
  <p:cmAuthor id="1842" name="guanghong xu" initials="gx" lastIdx="0" clrIdx="1841"/>
  <p:cmAuthor id="1843" name="李百秋" initials="李" lastIdx="0" clrIdx="1842"/>
  <p:cmAuthor id="1844" name="00001457" initials="0" lastIdx="0" clrIdx="1843"/>
  <p:cmAuthor id="1845" name="张立鑫" initials="张" lastIdx="0" clrIdx="1844"/>
  <p:cmAuthor id="1846" name="Mr.Wu" initials="M" lastIdx="0" clrIdx="1845"/>
  <p:cmAuthor id="1847" name="lvpeiyi" initials="l" lastIdx="0" clrIdx="1846"/>
  <p:cmAuthor id="1848" name="yanchenrui@hq.cmcc" initials="yanchenrui@hq.cmcc" lastIdx="0" clrIdx="1847"/>
  <p:cmAuthor id="1849" name="sound of silence " initials="s" lastIdx="0" clrIdx="1848"/>
  <p:cmAuthor id="1850" name="未知的使用者114" initials="未" lastIdx="0" clrIdx="1849"/>
  <p:cmAuthor id="1851" name="正玄" initials="正" lastIdx="0" clrIdx="1850"/>
  <p:cmAuthor id="1852" name="孙 澍" initials="孙" lastIdx="0" clrIdx="1851"/>
  <p:cmAuthor id="1853" name="WPS_1630727012" initials="W" lastIdx="0" clrIdx="1852"/>
  <p:cmAuthor id="1854" name="ZTE Zhou" initials="A" lastIdx="0" clrIdx="1853"/>
  <p:cmAuthor id="1855" name="微信用户" initials="微" lastIdx="0" clrIdx="1854"/>
  <p:cmAuthor id="1856" name="liuyu" initials="l" lastIdx="0" clrIdx="1855"/>
  <p:cmAuthor id="1857" name="冯璐萍" initials="冯" lastIdx="0" clrIdx="1856"/>
  <p:cmAuthor id="1858" name="P" initials="P" lastIdx="0" clrIdx="1857"/>
  <p:cmAuthor id="1859" name="Lihw" initials="L" lastIdx="0" clrIdx="1858"/>
  <p:cmAuthor id="1860" name="刘 明" initials="刘" lastIdx="0" clrIdx="1859"/>
  <p:cmAuthor id="1861" name="冀思伟" initials="冀" lastIdx="0" clrIdx="1860"/>
  <p:cmAuthor id="1862" name="汪 丹丹" initials="汪" lastIdx="0" clrIdx="1861"/>
  <p:cmAuthor id="1863" name="XuFeng" initials="XF" lastIdx="0" clrIdx="1862"/>
  <p:cmAuthor id="1864" name="李_亮" initials="李亮(企业管理与" lastIdx="0" clrIdx="1863"/>
  <p:cmAuthor id="1865" name="Tina*Chu～" initials="T" lastIdx="0" clrIdx="1864"/>
  <p:cmAuthor id="1866" name="钟 潇文" initials="钟" lastIdx="0" clrIdx="1865"/>
  <p:cmAuthor id="1867" name="李颖" initials="李" lastIdx="0" clrIdx="1866"/>
  <p:cmAuthor id="1868" name="龚雪" initials="龚" lastIdx="0" clrIdx="1867"/>
  <p:cmAuthor id="1869" name="李华伟" initials="李" lastIdx="0" clrIdx="1868"/>
  <p:cmAuthor id="1870" name="赵泽盛10022760" initials="赵" lastIdx="0" clrIdx="1869"/>
  <p:cmAuthor id="1871" name="杨国杰" initials="杨" lastIdx="0" clrIdx="1870"/>
  <p:cmAuthor id="1872" name="10084783" initials="1" lastIdx="0" clrIdx="1871"/>
  <p:cmAuthor id="1873" name="广灿" initials="广" lastIdx="0" clrIdx="1872"/>
  <p:cmAuthor id="1874" name="qzuser" initials="q" lastIdx="0" clrIdx="1873"/>
  <p:cmAuthor id="1875" name="天月满" initials="天" lastIdx="0" clrIdx="1874"/>
  <p:cmAuthor id="1876" name="未知用户113" initials="未知用户113" lastIdx="0" clrIdx="1875"/>
  <p:cmAuthor id="1877" name="丁" initials="丁" lastIdx="0" clrIdx="1876"/>
  <p:cmAuthor id="1878" name="小池流水" initials="小" lastIdx="0" clrIdx="1877"/>
  <p:cmAuthor id="1879" name="Qi Sun" initials="Q" lastIdx="0" clrIdx="1878"/>
  <p:cmAuthor id="1880" name="zhangzhiwu" initials="z" lastIdx="0" clrIdx="1879"/>
  <p:cmAuthor id="1881" name="zhang xingwei" initials="z" lastIdx="0" clrIdx="1880"/>
  <p:cmAuthor id="1882" name="LW" initials="L" lastIdx="0" clrIdx="1881"/>
  <p:cmAuthor id="1883" name="谢燚" initials="谢" lastIdx="0" clrIdx="1882"/>
  <p:cmAuthor id="1884" name="infor" initials="i" lastIdx="0" clrIdx="1883"/>
  <p:cmAuthor id="1885" name="蒋芳" initials="蒋" lastIdx="0" clrIdx="1884"/>
  <p:cmAuthor id="1886" name="风之子" initials="风" lastIdx="0" clrIdx="1885"/>
  <p:cmAuthor id="1887" name="WPS_123584044" initials="W" lastIdx="0" clrIdx="1886"/>
  <p:cmAuthor id="1888" name="芦小鱼" initials="芦" lastIdx="0" clrIdx="1887"/>
  <p:cmAuthor id="1889" name="张鑫" initials="张" lastIdx="0" clrIdx="1888"/>
  <p:cmAuthor id="1890" name="潘加强10028573" initials="潘" lastIdx="0" clrIdx="1889"/>
  <p:cmAuthor id="1891" name="未知的使用者225" initials="" lastIdx="0" clrIdx="1890"/>
  <p:cmAuthor id="1892" name="Stay" initials="S" lastIdx="0" clrIdx="1891"/>
  <p:cmAuthor id="1893" name="Scoote" initials="S" lastIdx="0" clrIdx="1892"/>
  <p:cmAuthor id="1894" name="琳 李" initials="琳" lastIdx="0" clrIdx="1893"/>
  <p:cmAuthor id="1895" name="阿修罗" initials="阿" lastIdx="0" clrIdx="1894"/>
  <p:cmAuthor id="1896" name="Nie" initials="N" lastIdx="0" clrIdx="1895"/>
  <p:cmAuthor id="1897" name="xingwei hou" initials="x" lastIdx="0" clrIdx="1896"/>
  <p:cmAuthor id="1898" name="李进进" initials="李" lastIdx="0" clrIdx="1897"/>
  <p:cmAuthor id="1899" name="松乔 胡" initials="松" lastIdx="0" clrIdx="1898"/>
  <p:cmAuthor id="1900" name="田宇恒" initials="田" lastIdx="0" clrIdx="1899"/>
  <p:cmAuthor id="1901" name="Mars" initials="M" lastIdx="0" clrIdx="1900"/>
  <p:cmAuthor id="1902" name="鲁琪_ayIzYrYZ" initials="鲁" lastIdx="0" clrIdx="1901"/>
  <p:cmAuthor id="1903" name="黄百成_m6Jjq6bQ" initials="黄" lastIdx="0" clrIdx="1902"/>
  <p:cmAuthor id="1904" name="桂扬℡" initials="桂" lastIdx="0" clrIdx="1903"/>
  <p:cmAuthor id="1905" name="妍" initials="妍" lastIdx="0" clrIdx="1904"/>
  <p:cmAuthor id="1906" name="烬飞默途" initials="烬" lastIdx="0" clrIdx="1905"/>
  <p:cmAuthor id="1907" name="WPS_1701680452" initials="W" lastIdx="0" clrIdx="1906"/>
  <p:cmAuthor id="1908" name="Wong" initials="W" lastIdx="0" clrIdx="1907"/>
  <p:cmAuthor id="1909" name="未知用户54" initials="未" lastIdx="0" clrIdx="1908"/>
  <p:cmAuthor id="1910" name="xzpang2" initials="x" lastIdx="0" clrIdx="1909"/>
  <p:cmAuthor id="1911" name="未知的使用者206" initials="" lastIdx="0" clrIdx="1910"/>
  <p:cmAuthor id="1912" name="洋仔" initials="洋" lastIdx="0" clrIdx="1911"/>
  <p:cmAuthor id="1913" name="孙雨琛" initials="孙" lastIdx="0" clrIdx="1912"/>
  <p:cmAuthor id="1914" name="Lenovo2024" initials="L" lastIdx="0" clrIdx="1913"/>
  <p:cmAuthor id="1915" name="WPS_1462182938" initials="W" lastIdx="0" clrIdx="1914"/>
  <p:cmAuthor id="1916" name="WPS_1474700236" initials="W" lastIdx="0" clrIdx="1915"/>
  <p:cmAuthor id="1917" name="文文" initials="文" lastIdx="0" clrIdx="1916"/>
  <p:cmAuthor id="1918" name="gongjt" initials="g" lastIdx="0" clrIdx="1917"/>
  <p:cmAuthor id="1919" name="Daigy" initials="D" lastIdx="0" clrIdx="1918"/>
  <p:cmAuthor id="1920" name="高胖欧巴" initials="高" lastIdx="0" clrIdx="1919"/>
  <p:cmAuthor id="1921" name="fxy" initials="f" lastIdx="0" clrIdx="1920"/>
  <p:cmAuthor id="1922" name="泡泡" initials="泡" lastIdx="0" clrIdx="1921"/>
  <p:cmAuthor id="1923" name="吴萍pingwu2" initials="吴" lastIdx="0" clrIdx="1922"/>
  <p:cmAuthor id="1924" name="王 黎黎" initials="王" lastIdx="0" clrIdx="1923"/>
  <p:cmAuthor id="1925" name="WPS_1217700080" initials="W" lastIdx="0" clrIdx="1924"/>
  <p:cmAuthor id="1926" name="粞" initials="粞" lastIdx="0" clrIdx="1925"/>
  <p:cmAuthor id="1927" name="呵呵先生" initials="呵" lastIdx="0" clrIdx="1926"/>
  <p:cmAuthor id="1928" name="小立" initials="小" lastIdx="0" clrIdx="1927"/>
  <p:cmAuthor id="1929" name="karezi" initials="k" lastIdx="0" clrIdx="1928"/>
  <p:cmAuthor id="1930" name="Iris 西瓜" initials="I" lastIdx="0" clrIdx="1929"/>
  <p:cmAuthor id="1931" name="Gusto" initials="G" lastIdx="0" clrIdx="1930"/>
  <p:cmAuthor id="1932" name="不明使用者54" initials="不" lastIdx="0" clrIdx="1931"/>
  <p:cmAuthor id="1933" name="小小" initials="小" lastIdx="0" clrIdx="1932"/>
  <p:cmAuthor id="1934" name="刘海峰" initials="刘" lastIdx="0" clrIdx="1933"/>
  <p:cmAuthor id="1935" name="简单1401026546" initials="简" lastIdx="0" clrIdx="1934"/>
  <p:cmAuthor id="1936" name="FanJQ" initials="F" lastIdx="0" clrIdx="1935"/>
  <p:cmAuthor id="1937" name="隔壁老张" initials="隔" lastIdx="0" clrIdx="1936"/>
  <p:cmAuthor id="1938" name="瑾瑜v" initials="瑾" lastIdx="0" clrIdx="1937"/>
  <p:cmAuthor id="1939" name="未知用户212" initials="未" lastIdx="0" clrIdx="1938"/>
  <p:cmAuthor id="1940" name="李源" initials="李" lastIdx="0" clrIdx="1939"/>
  <p:cmAuthor id="1941" name="未知用户161" initials="未" lastIdx="0" clrIdx="1940"/>
  <p:cmAuthor id="1942" name="颜敏" initials="颜" lastIdx="0" clrIdx="1941"/>
  <p:cmAuthor id="1943" name="阿星" initials="阿" lastIdx="0" clrIdx="1942"/>
  <p:cmAuthor id="1944" name="未知用户183" initials="未" lastIdx="0" clrIdx="1943"/>
  <p:cmAuthor id="1945" name="吴体华" initials="吴" lastIdx="0" clrIdx="1944"/>
  <p:cmAuthor id="1946" name="xtt" initials="x" lastIdx="0" clrIdx="1945"/>
  <p:cmAuthor id="1947" name="SFY" initials="S" lastIdx="0" clrIdx="1946"/>
  <p:cmAuthor id="1948" name="10009993" initials="1" lastIdx="0" clrIdx="1947"/>
  <p:cmAuthor id="1949" name="Xue" initials="X" lastIdx="0" clrIdx="1948"/>
  <p:cmAuthor id="1950" name="未知用户163" initials="未" lastIdx="0" clrIdx="1949"/>
  <p:cmAuthor id="1951" name="丶PanH" initials="丶" lastIdx="0" clrIdx="1950"/>
  <p:cmAuthor id="1952" name="lin" initials="l" lastIdx="0" clrIdx="1951"/>
  <p:cmAuthor id="1953" name="jinpengcheng" initials="j" lastIdx="0" clrIdx="1952"/>
  <p:cmAuthor id="1954" name="ZHEN" initials="Z" lastIdx="0" clrIdx="1953"/>
  <p:cmAuthor id="1955" name="齐晓虹10024015" initials="齐晓虹10024015" lastIdx="0" clrIdx="1954"/>
  <p:cmAuthor id="1956" name="哲_ieue3uUz" initials="哲" lastIdx="0" clrIdx="1955"/>
  <p:cmAuthor id="1957" name="未知用户191" initials="未" lastIdx="0" clrIdx="1956"/>
  <p:cmAuthor id="1958" name="青青" initials="青" lastIdx="0" clrIdx="1957"/>
  <p:cmAuthor id="1959" name="10010178" initials="1" lastIdx="0" clrIdx="1958"/>
  <p:cmAuthor id="1960" name="varsha" initials="v" lastIdx="0" clrIdx="1959"/>
  <p:cmAuthor id="1961" name="未知用户177" initials="未" lastIdx="0" clrIdx="1960"/>
  <p:cmAuthor id="1962" name="乐一李" initials="乐" lastIdx="0" clrIdx="1961"/>
  <p:cmAuthor id="1963" name="冷暖自知" initials="冷" lastIdx="0" clrIdx="1962"/>
  <p:cmAuthor id="1964" name="段瑞祥" initials="段" lastIdx="0" clrIdx="1963"/>
  <p:cmAuthor id="1965" name="未知用户179" initials="未" lastIdx="0" clrIdx="1964"/>
  <p:cmAuthor id="1966" name="00025099" initials="0" lastIdx="0" clrIdx="1965"/>
  <p:cmAuthor id="1967" name="10129659" initials="1" lastIdx="0" clrIdx="1966"/>
  <p:cmAuthor id="1968" name="未知用户185" initials="未" lastIdx="0" clrIdx="1967"/>
  <p:cmAuthor id="1969" name="班主任" initials="班" lastIdx="0" clrIdx="1968"/>
  <p:cmAuthor id="1970" name="未知用户181" initials="未" lastIdx="0" clrIdx="1969"/>
  <p:cmAuthor id="1971" name="明伶" initials="明" lastIdx="0" clrIdx="1970"/>
  <p:cmAuthor id="1972" name="Hey！Judy" initials="H" lastIdx="0" clrIdx="1971"/>
  <p:cmAuthor id="1973" name="面包真好吃" initials="面" lastIdx="0" clrIdx="1972"/>
  <p:cmAuthor id="1974" name="丹 dean" initials="丹" lastIdx="0" clrIdx="1973"/>
  <p:cmAuthor id="1975" name="无所谓" initials="无" lastIdx="0" clrIdx="1974"/>
  <p:cmAuthor id="1976" name="Yin" initials="Y" lastIdx="0" clrIdx="1975"/>
  <p:cmAuthor id="1977" name="3CtxCbr" initials="3" lastIdx="0" clrIdx="1976"/>
  <p:cmAuthor id="1978" name="王嘉偉" initials="王" lastIdx="0" clrIdx="1977"/>
  <p:cmAuthor id="1979" name="无" initials="无" lastIdx="0" clrIdx="1978"/>
  <p:cmAuthor id="1980" name="赵鸿程" initials="赵" lastIdx="0" clrIdx="1979"/>
  <p:cmAuthor id="1981" name="catherine" initials="c" lastIdx="0" clrIdx="1980"/>
  <p:cmAuthor id="1982" name="阮" initials="阮" lastIdx="0" clrIdx="1981"/>
  <p:cmAuthor id="1983" name="WPS_1728549599" initials="W" lastIdx="0" clrIdx="1982"/>
  <p:cmAuthor id="1984" name="唐小唐" initials="唐" lastIdx="0" clrIdx="1983"/>
  <p:cmAuthor id="1985" name="10308000" initials="1" lastIdx="0" clrIdx="1984"/>
  <p:cmAuthor id="1986" name="肖肖" initials="肖" lastIdx="0" clrIdx="1985"/>
  <p:cmAuthor id="1987" name="filly" initials="f" lastIdx="0" clrIdx="1986"/>
  <p:cmAuthor id="1988" name="Fx." initials="F" lastIdx="0" clrIdx="1987"/>
  <p:cmAuthor id="1989" name="WPS_1591100732" initials="W" lastIdx="0" clrIdx="1988"/>
  <p:cmAuthor id="1990" name="10072673" initials="1" lastIdx="0" clrIdx="1989"/>
  <p:cmAuthor id="1991" name="Zen" initials="Z" lastIdx="0" clrIdx="1990"/>
  <p:cmAuthor id="1992" name="未知用户282" initials="未" lastIdx="0" clrIdx="1991"/>
  <p:cmAuthor id="1993" name="Yan Rui" initials="Y" lastIdx="0" clrIdx="1992"/>
  <p:cmAuthor id="1994" name="Mr.Torment" initials="M" lastIdx="0" clrIdx="1993"/>
  <p:cmAuthor id="1995" name="琪" initials="琪" lastIdx="0" clrIdx="1994"/>
  <p:cmAuthor id="1996" name="晨黎" initials="晨" lastIdx="0" clrIdx="1995"/>
  <p:cmAuthor id="1997" name="未知用户281" initials="未" lastIdx="0" clrIdx="1996"/>
  <p:cmAuthor id="1998" name="╰醉爱‘’" initials="╰" lastIdx="0" clrIdx="1997"/>
  <p:cmAuthor id="1999" name="WPS_1695519641" initials="W" lastIdx="0" clrIdx="1998"/>
  <p:cmAuthor id="2002" name="WPS_1559564052" initials="W" lastIdx="0" clrIdx="2001"/>
  <p:cmAuthor id="2003" name="Ying Lou" initials="Y" lastIdx="0" clrIdx="2002"/>
  <p:cmAuthor id="2004" name="刘佳佳" initials="刘" lastIdx="0" clrIdx="2003"/>
  <p:cmAuthor id="2005" name="王 辰斌" initials="王" lastIdx="0" clrIdx="2004"/>
  <p:cmAuthor id="2006" name="渔" initials="渔" lastIdx="0" clrIdx="2005"/>
  <p:cmAuthor id="2007" name="刘国飞" initials="刘" lastIdx="0" clrIdx="2006"/>
  <p:cmAuthor id="2008" name="华 柴" initials="华柴" lastIdx="0" clrIdx="2007"/>
  <p:cmAuthor id="2009" name="琦莹 吴" initials="琦莹" lastIdx="0" clrIdx="2008"/>
  <p:cmAuthor id="2010" name="李楠10204198" initials="MSOffice" lastIdx="0" clrIdx="2009"/>
  <p:cmAuthor id="2011" name="arrogant" initials="a" lastIdx="0" clrIdx="2010"/>
  <p:cmAuthor id="2012" name="陈思曦_Z3Ivji6B" initials="authorId_AK20221026:AK20221029HCSFPP10055444" lastIdx="0" clrIdx="2011"/>
  <p:cmAuthor id="2013" name="翟栋_VBFrBjyM" initials="authorId_AK20221026:AK20221029HCSFPP10055482" lastIdx="0" clrIdx="2012"/>
  <p:cmAuthor id="2014" name="未知用户228" initials="未" lastIdx="0" clrIdx="2013"/>
  <p:cmAuthor id="2015" name="李强" initials="A" lastIdx="0" clrIdx="2014"/>
  <p:cmAuthor id="2016" name="Wang" initials="W" lastIdx="0" clrIdx="2015"/>
  <p:cmAuthor id="2017" name="mystic" initials="m" lastIdx="0" clrIdx="2016"/>
  <p:cmAuthor id="2018" name="永月墨夜" initials="永" lastIdx="0" clrIdx="2017"/>
  <p:cmAuthor id="2019" name="未知用户314" initials="未" lastIdx="0" clrIdx="2018"/>
  <p:cmAuthor id="2020" name="未知的使用者222" initials="未" lastIdx="0" clrIdx="2019"/>
  <p:cmAuthor id="2021" name="cai yan" initials="cy" lastIdx="0" clrIdx="2020"/>
  <p:cmAuthor id="2022" name="Unknown User80" initials="U" lastIdx="0" clrIdx="2021"/>
  <p:cmAuthor id="2023" name="cy" initials="c" lastIdx="0" clrIdx="2022"/>
  <p:cmAuthor id="2024" name="陳珮琪" initials="陳珮琪" lastIdx="0" clrIdx="2023"/>
  <p:cmAuthor id="2025" name="Tome" initials="T" lastIdx="0" clrIdx="2024"/>
  <p:cmAuthor id="2026" name="chen hui" initials="c" lastIdx="0" clrIdx="2025"/>
  <p:cmAuthor id="2027" name="Christian Boris" initials="CB" lastIdx="0" clrIdx="2026"/>
  <p:cmAuthor id="2028" name="孙一彦" initials="孙" lastIdx="0" clrIdx="2027"/>
  <p:cmAuthor id="2029" name="lzp1228" initials="l" lastIdx="0" clrIdx="2028"/>
  <p:cmAuthor id="2030" name="汪勇" initials="汪" lastIdx="0" clrIdx="2029"/>
  <p:cmAuthor id="2031" name="任 黄" initials="任" lastIdx="0" clrIdx="2030"/>
  <p:cmAuthor id="2032" name="韩佳楠" initials="韩" lastIdx="0" clrIdx="2031"/>
  <p:cmAuthor id="2033" name="薛维清" initials="Z" lastIdx="0" clrIdx="2032"/>
  <p:cmAuthor id="2034" name="吴胜天10004945" initials="吴胜天10004945" lastIdx="0" clrIdx="2033"/>
  <p:cmAuthor id="2035" name="海燕 焦" initials="海燕" lastIdx="0" clrIdx="2034"/>
  <p:cmAuthor id="2036" name="Emily Lu Chen" initials="E" lastIdx="0" clrIdx="2035"/>
  <p:cmAuthor id="2037" name="李洁瑾" initials="李" lastIdx="0" clrIdx="2036"/>
  <p:cmAuthor id="2038" name="enby" initials="e" lastIdx="0" clrIdx="2037"/>
  <p:cmAuthor id="2039" name="dingjunnan" initials="d" lastIdx="0" clrIdx="2038"/>
  <p:cmAuthor id="2040" name="liuzongxiang" initials="l" lastIdx="0" clrIdx="2039"/>
  <p:cmAuthor id="2041" name="12hopezhong" initials="1" lastIdx="0" clrIdx="2040"/>
  <p:cmAuthor id="2042" name="xuan" initials="x" lastIdx="0" clrIdx="2041"/>
  <p:cmAuthor id="2043" name="魏蜜蜜|weimimi" initials="魏" lastIdx="0" clrIdx="2042"/>
  <p:cmAuthor id="2044" name="渠沛" initials="渠" lastIdx="0" clrIdx="2043"/>
  <p:cmAuthor id="2045" name="席琛" initials="" lastIdx="0" clrIdx="2044"/>
  <p:cmAuthor id="2046" name="Kiko" initials="K" lastIdx="0" clrIdx="2045"/>
  <p:cmAuthor id="2047" name="xj" initials="x" lastIdx="0" clrIdx="2046"/>
  <p:cmAuthor id="2048" name="林 哈哈" initials="林" lastIdx="0" clrIdx="2047"/>
  <p:cmAuthor id="2049" name="范作霖" initials="范" lastIdx="0" clrIdx="2048"/>
  <p:cmAuthor id="2050" name="WPS_1715665022" initials="W" lastIdx="0" clrIdx="2049"/>
  <p:cmAuthor id="2051" name="曹宁" initials="曹" lastIdx="0" clrIdx="2050"/>
  <p:cmAuthor id="2052" name="koalacc" initials="k" lastIdx="0" clrIdx="2051"/>
  <p:cmAuthor id="2053" name="xml" initials="x" lastIdx="0" clrIdx="2052"/>
  <p:cmAuthor id="2054" name="朱常宝10028539" initials="朱" lastIdx="0" clrIdx="2053"/>
  <p:cmAuthor id="2055" name="YanHong" initials="Y" lastIdx="0" clrIdx="2054"/>
  <p:cmAuthor id="2056" name="刘豹" initials="刘" lastIdx="0" clrIdx="2055"/>
  <p:cmAuthor id="2057" name="Office" initials="O" lastIdx="0" clrIdx="2056"/>
  <p:cmAuthor id="2058" name="Gu" initials="Y" lastIdx="0" clrIdx="2057"/>
  <p:cmAuthor id="2059" name="俊呈 賴" initials="俊" lastIdx="0" clrIdx="2058"/>
  <p:cmAuthor id="2060" name="Nero" initials="N" lastIdx="0" clrIdx="2059"/>
  <p:cmAuthor id="2061" name="yifan song" initials="y" lastIdx="0" clrIdx="2060"/>
  <p:cmAuthor id="2062" name="邢辰凤" initials="邢" lastIdx="0" clrIdx="2061"/>
  <p:cmAuthor id="2063" name="77482" initials="7" lastIdx="0" clrIdx="2062"/>
  <p:cmAuthor id="2064" name="未知用户227" initials="未" lastIdx="0" clrIdx="2063"/>
  <p:cmAuthor id="2065" name="minil" initials="m" lastIdx="0" clrIdx="2064"/>
  <p:cmAuthor id="2066" name="Jdi" initials="J" lastIdx="0" clrIdx="2065"/>
  <p:cmAuthor id="2067" name="CVTEr" initials="C" lastIdx="0" clrIdx="2066"/>
  <p:cmAuthor id="2068" name="June C" initials="J" lastIdx="0" clrIdx="2067"/>
  <p:cmAuthor id="2069" name="00270" initials="0" lastIdx="0" clrIdx="2068"/>
  <p:cmAuthor id="2070" name="shinevin liu" initials="s" lastIdx="0" clrIdx="2069"/>
  <p:cmAuthor id="2071" name="Davidpeng" initials="D" lastIdx="0" clrIdx="2070"/>
  <p:cmAuthor id="2072" name="dbc" initials="d" lastIdx="0" clrIdx="2071"/>
  <p:cmAuthor id="2073" name="杨 超" initials="杨" lastIdx="0" clrIdx="2072"/>
  <p:cmAuthor id="2074" name="Rex" initials="R" lastIdx="0" clrIdx="2073"/>
  <p:cmAuthor id="2075" name="86133" initials="8" lastIdx="0" clrIdx="2074"/>
  <p:cmAuthor id="2076" name="sxy" initials="s" lastIdx="0" clrIdx="2075"/>
  <p:cmAuthor id="2077" name="YANGYU.ZJ" initials="Y" lastIdx="0" clrIdx="2076"/>
  <p:cmAuthor id="2078" name="嘉皓_RJryaA7V" initials="authorId_247736317" lastIdx="0" clrIdx="2077"/>
  <p:cmAuthor id="2079" name="裴亚" initials="W用" lastIdx="0" clrIdx="2078"/>
  <p:cmAuthor id="2080" name="任涛10036216" initials="任涛10036216" lastIdx="0" clrIdx="2079"/>
  <p:cmAuthor id="2081" name="张建勇" initials="u" lastIdx="0" clrIdx="2080"/>
  <p:cmAuthor id="2082" name="骆倩怡_Znauj26B" initials="authorId_382814100" lastIdx="0" clrIdx="2081"/>
  <p:cmAuthor id="2083" name="xiamoqiuchu" initials="x" lastIdx="0" clrIdx="2082"/>
  <p:cmAuthor id="2084" name="zhouniudong" initials="z" lastIdx="0" clrIdx="2083"/>
  <p:cmAuthor id="2085" name="IT 测试" initials="I测" lastIdx="0" clrIdx="2084"/>
  <p:cmAuthor id="2086" name="T470" initials="T" lastIdx="0" clrIdx="2085"/>
  <p:cmAuthor id="2087" name="Xin Feng" initials="XF" lastIdx="0" clrIdx="2086"/>
  <p:cmAuthor id="2088" name="Lynette Zitong Li" initials="L" lastIdx="0" clrIdx="2087"/>
  <p:cmAuthor id="2089" name="kahlen qi" initials="k" lastIdx="0" clrIdx="2088"/>
  <p:cmAuthor id="2090" name="欧 阳" initials="欧" lastIdx="0" clrIdx="2089"/>
  <p:cmAuthor id="2091" name="zhaoliyuan" initials="z" lastIdx="0" clrIdx="2090"/>
  <p:cmAuthor id="2092" name="zxj" initials="z" lastIdx="0" clrIdx="2091"/>
  <p:cmAuthor id="2093" name="Wangjian (Frank)" initials="W" lastIdx="0" clrIdx="2092"/>
  <p:cmAuthor id="2094" name="胡诚诚" initials="d" lastIdx="0" clrIdx="2093"/>
  <p:cmAuthor id="2095" name="周能为" initials="华为" lastIdx="0" clrIdx="2094"/>
  <p:cmAuthor id="2096" name="jyy" initials="" lastIdx="0" clrIdx="2095"/>
  <p:cmAuthor id="2097" name="黄楹" initials="黄楹" lastIdx="0" clrIdx="2096"/>
  <p:cmAuthor id="2098" name="Vince_NbqqQZvq" initials="authorId_676464675" lastIdx="0" clrIdx="2097"/>
  <p:cmAuthor id="2099" name="heweia@digiwin.com" initials="h" lastIdx="0" clrIdx="2098"/>
  <p:cmAuthor id="2100" name="MM" initials="M" lastIdx="0" clrIdx="2099"/>
  <p:cmAuthor id="2101" name="zhuzy" initials="z" lastIdx="0" clrIdx="2100"/>
  <p:cmAuthor id="2102" name="方婷婷" initials="方" lastIdx="0" clrIdx="2101"/>
  <p:cmAuthor id="2103" name="邓 星" initials="邓" lastIdx="0" clrIdx="2102"/>
  <p:cmAuthor id="2104" name="majie_kcgy@sina.com" initials="" lastIdx="0" clrIdx="2103"/>
  <p:cmAuthor id="2105" name="ssx" initials="ssx" lastIdx="0" clrIdx="2104"/>
  <p:cmAuthor id="2106" name="lily" initials="l" lastIdx="0" clrIdx="2105"/>
  <p:cmAuthor id="2107" name="陈 邢磊" initials="陈" lastIdx="0" clrIdx="2106"/>
  <p:cmAuthor id="2108" name="pan hanqi" initials="ph" lastIdx="0" clrIdx="2107"/>
  <p:cmAuthor id="2109" name="哲恒 胡" initials="哲恒" lastIdx="0" clrIdx="2108"/>
  <p:cmAuthor id="2110" name="Liang" initials="L" lastIdx="0" clrIdx="2109"/>
  <p:cmAuthor id="2111" name="yingxj" initials="y" lastIdx="0" clrIdx="2110"/>
  <p:cmAuthor id="2112" name="rui wang" initials="rw" lastIdx="0" clrIdx="2111"/>
  <p:cmAuthor id="2113" name="锦蓉" initials="锦" lastIdx="0" clrIdx="2112"/>
  <p:cmAuthor id="2114" name="符 承锋" initials="符" lastIdx="0" clrIdx="2113"/>
  <p:cmAuthor id="2115" name="宝玉 张" initials="宝张" lastIdx="0" clrIdx="2114"/>
  <p:cmAuthor id="2116" name="丽辉" initials="丽" lastIdx="0" clrIdx="2115"/>
  <p:cmAuthor id="2117" name="00005049" initials="0" lastIdx="0" clrIdx="2116"/>
  <p:cmAuthor id="2118" name="超乎想象" initials="超" lastIdx="0" clrIdx="2117"/>
  <p:cmAuthor id="2119" name="Office 365" initials="O" lastIdx="0" clrIdx="2118"/>
  <p:cmAuthor id="2120" name="施兰亭" initials="施兰亭" lastIdx="0" clrIdx="2119"/>
  <p:cmAuthor id="2121" name="周文_R7fau6bq" initials="authorId_265585642" lastIdx="0" clrIdx="2120"/>
  <p:cmAuthor id="2122" name="zhang shaohui" initials="zs" lastIdx="0" clrIdx="2121"/>
  <p:cmAuthor id="2123" name="Wangtw" initials="W" lastIdx="0" clrIdx="2122"/>
  <p:cmAuthor id="2124" name="向堃" initials="向堃" lastIdx="0" clrIdx="2123"/>
  <p:cmAuthor id="2125" name="倪峻胜" initials="倪" lastIdx="0" clrIdx="2124"/>
  <p:cmAuthor id="2126" name="LY" initials="L" lastIdx="0" clrIdx="2125"/>
  <p:cmAuthor id="2127" name="lc xue" initials="lx" lastIdx="0" clrIdx="2126"/>
  <p:cmAuthor id="2128" name="Peng Rui" initials="PR" lastIdx="0" clrIdx="2127"/>
  <p:cmAuthor id="2129" name="田亚林+_vEn2feIZ" initials="authorId_385966644" lastIdx="0" clrIdx="2128"/>
  <p:cmAuthor id="2130" name="左 金龙" initials="左" lastIdx="0" clrIdx="2129"/>
  <p:cmAuthor id="2131" name="sx_xuzx" initials="s" lastIdx="0" clrIdx="2130"/>
  <p:cmAuthor id="2132" name="tplife" initials="t" lastIdx="0" clrIdx="2131"/>
  <p:cmAuthor id="2133" name="孟 昕" initials="孟" lastIdx="0" clrIdx="2132"/>
  <p:cmAuthor id="2134" name="赵诚荣10027092" initials="赵" lastIdx="0" clrIdx="2133"/>
  <p:cmAuthor id="2135" name="Shen.YC" initials="S" lastIdx="0" clrIdx="2134"/>
  <p:cmAuthor id="2136" name="gmy" initials="g" lastIdx="0" clrIdx="2135"/>
  <p:cmAuthor id="2137" name="任军" initials="renj" lastIdx="0" clrIdx="2136"/>
  <p:cmAuthor id="2138" name="eliuyanmin" initials="e" lastIdx="0" clrIdx="2137"/>
  <p:cmAuthor id="2139" name="赵丽丽" initials="赵" lastIdx="0" clrIdx="2138"/>
  <p:cmAuthor id="2140" name="范汗杰10197873" initials="范" lastIdx="0" clrIdx="2139"/>
  <p:cmAuthor id="2141" name="00125241" initials="0" lastIdx="0" clrIdx="2140"/>
  <p:cmAuthor id="2142" name="10080095" initials="1" lastIdx="0" clrIdx="2141"/>
  <p:cmAuthor id="2143" name="00021840" initials="0" lastIdx="0" clrIdx="2142"/>
  <p:cmAuthor id="2144" name="JZX" initials="J" lastIdx="0" clrIdx="2143"/>
  <p:cmAuthor id="2145" name="10339982" initials="1" lastIdx="0" clrIdx="2144"/>
  <p:cmAuthor id="2146" name="李 少峰" initials="李" lastIdx="0" clrIdx="2145"/>
  <p:cmAuthor id="2147" name="10005481" initials="1" lastIdx="0" clrIdx="2146"/>
  <p:cmAuthor id="2148" name="10096825" initials="1" lastIdx="0" clrIdx="2147"/>
  <p:cmAuthor id="2149" name="闫丽娟00014464" initials="闫" lastIdx="0" clrIdx="2148"/>
  <p:cmAuthor id="2150" name="Wangsisheng" initials="W" lastIdx="0" clrIdx="2149"/>
  <p:cmAuthor id="2151" name="Jimmy-Power" initials="J" lastIdx="0" clrIdx="2150"/>
  <p:cmAuthor id="2152" name="周燕宁(政企客户部)" initials="周" lastIdx="0" clrIdx="2151"/>
  <p:cmAuthor id="2153" name="唐瑭(政企客户部)" initials="TT" lastIdx="0" clrIdx="2152"/>
  <p:cmAuthor id="2154" name="dan" initials="d" lastIdx="0" clrIdx="2153"/>
  <p:cmAuthor id="2155" name="井 春晓" initials="井" lastIdx="0" clrIdx="2154"/>
  <p:cmAuthor id="2156" name="莫之聪(商业客户中心)" initials="莫" lastIdx="0" clrIdx="2155"/>
  <p:cmAuthor id="2157" name="PRO" initials="P" lastIdx="0" clrIdx="2156"/>
  <p:cmAuthor id="2158" name="pzhao" initials="p" lastIdx="0" clrIdx="2157"/>
  <p:cmAuthor id="2159" name="刘晓静(政企客户部)" initials="刘" lastIdx="0" clrIdx="2158"/>
  <p:cmAuthor id="2160" name="赵柏羽_rQBre2e6" initials="authorId_246418103" lastIdx="0" clrIdx="2159"/>
  <p:cmAuthor id="2161" name="璇 安" initials="璇" lastIdx="0" clrIdx="2160"/>
  <p:cmAuthor id="2162" name="玉柱 姚" initials="玉柱" lastIdx="0" clrIdx="2161"/>
  <p:cmAuthor id="2163" name="Ball Snow" initials="BS" lastIdx="0" clrIdx="2162"/>
  <p:cmAuthor id="2164" name="王元" initials="R" lastIdx="0" clrIdx="2163"/>
  <p:cmAuthor id="2165" name="liu yuhang" initials="ly" lastIdx="0" clrIdx="2164"/>
  <p:cmAuthor id="2166" name="吴军" initials="吴" lastIdx="0" clrIdx="2165"/>
  <p:cmAuthor id="2167" name="XF" initials="X" lastIdx="0" clrIdx="2166"/>
  <p:cmAuthor id="2168" name="ThinkPad" initials="T" lastIdx="0" clrIdx="2167"/>
  <p:cmAuthor id="2169" name="未知用户10" initials="未知用户10" lastIdx="0" clrIdx="2168"/>
  <p:cmAuthor id="2170" name="未知用户331" initials="未" lastIdx="0" clrIdx="2169"/>
  <p:cmAuthor id="2171" name="未知用户223" initials="未" lastIdx="0" clrIdx="2170"/>
  <p:cmAuthor id="2172" name="wfbs" initials="w" lastIdx="0" clrIdx="2171"/>
  <p:cmAuthor id="2173" name="崔冶鸣（内蒙古英才管培生）" initials="崔" lastIdx="0" clrIdx="2172"/>
  <p:cmAuthor id="2174" name="THY" initials="T" lastIdx="0" clrIdx="2173"/>
  <p:cmAuthor id="2175" name="zhangyang" initials="z" lastIdx="0" clrIdx="2174"/>
  <p:cmAuthor id="2176" name="Z51386" initials="Z" lastIdx="0" clrIdx="2175"/>
  <p:cmAuthor id="2177" name="Dan Zhang" initials="DZ" lastIdx="0" clrIdx="2176"/>
  <p:cmAuthor id="2178" name="ch b" initials="cb" lastIdx="0" clrIdx="2177"/>
  <p:cmAuthor id="2179" name="eshore" initials="e" lastIdx="0" clrIdx="2178"/>
  <p:cmAuthor id="2180" name="王昱琛" initials="h" lastIdx="0" clrIdx="2179"/>
  <p:cmAuthor id="2181" name="俞寅达" initials="HBB" lastIdx="0" clrIdx="2180"/>
  <p:cmAuthor id="2182" name="王莉" initials="K" lastIdx="0" clrIdx="2181"/>
  <p:cmAuthor id="2183" name="chen tian" initials="tc" lastIdx="0" clrIdx="2182"/>
  <p:cmAuthor id="2184" name="李懿峰" initials="李" lastIdx="0" clrIdx="2183"/>
  <p:cmAuthor id="2185" name="liudaxian" initials="l" lastIdx="0" clrIdx="2184"/>
  <p:cmAuthor id="2186" name="黄雯" initials="W用" lastIdx="0" clrIdx="2185"/>
  <p:cmAuthor id="2187" name="陈春智" initials="T" lastIdx="0" clrIdx="2186"/>
  <p:cmAuthor id="2188" name="傅白羽1" initials="U" lastIdx="0" clrIdx="2187"/>
  <p:cmAuthor id="2189" name="戴 长青" initials="戴" lastIdx="0" clrIdx="2188"/>
  <p:cmAuthor id="2190" name="小明" initials="小" lastIdx="0" clrIdx="2189"/>
  <p:cmAuthor id="2191" name="Li Guoliang" initials="L" lastIdx="0" clrIdx="2190"/>
  <p:cmAuthor id="2192" name="10247586" initials="Nikodemus" lastIdx="0" clrIdx="2191"/>
  <p:cmAuthor id="2193" name="10247451" initials="1" lastIdx="0" clrIdx="2192"/>
  <p:cmAuthor id="2194" name="37918" initials="3" lastIdx="0" clrIdx="2193"/>
  <p:cmAuthor id="2195" name="13317" initials="1" lastIdx="0" clrIdx="2194"/>
  <p:cmAuthor id="2196" name="彭文豪" initials="彭" lastIdx="0" clrIdx="2195"/>
  <p:cmAuthor id="2197" name="liu js" initials="lj" lastIdx="0" clrIdx="2196"/>
  <p:cmAuthor id="2198" name="g c" initials="gc" lastIdx="0" clrIdx="2197"/>
  <p:cmAuthor id="2199" name="桢罡" initials="桢罡" lastIdx="0" clrIdx="2198"/>
  <p:cmAuthor id="2200" name="方颀" initials="q" lastIdx="0" clrIdx="2199"/>
  <p:cmAuthor id="2201" name="863988043@qq.com" initials="8" lastIdx="0" clrIdx="2200"/>
  <p:cmAuthor id="2202" name="peijian xu" initials="px" lastIdx="0" clrIdx="2201"/>
  <p:cmAuthor id="2203" name="cd" initials="c" lastIdx="0" clrIdx="2202"/>
  <p:cmAuthor id="2204" name="Y&amp;J" initials="Y" lastIdx="0" clrIdx="2203"/>
  <p:cmAuthor id="2205" name="叶知" initials="叶" lastIdx="0" clrIdx="2204"/>
  <p:cmAuthor id="2206" name="lhc" initials="l" lastIdx="0" clrIdx="2205"/>
  <p:cmAuthor id="2207" name="电信卫星" initials="电信卫星" lastIdx="0" clrIdx="2206"/>
  <p:cmAuthor id="2208" name="Steven Chen" initials="SC" lastIdx="0" clrIdx="2207"/>
  <p:cmAuthor id="2209" name="sz" initials="s" lastIdx="0" clrIdx="2208"/>
  <p:cmAuthor id="2210" name="左 绘" initials="左" lastIdx="0" clrIdx="2209"/>
  <p:cmAuthor id="2211" name="吴璇" initials="吴" lastIdx="0" clrIdx="2210"/>
  <p:cmAuthor id="2212" name="杨俏" initials="杨" lastIdx="0" clrIdx="2211"/>
  <p:cmAuthor id="2213" name="10086807" initials="1" lastIdx="0" clrIdx="2212"/>
  <p:cmAuthor id="2214" name="刘瑞00088457" initials="刘瑞00088457" lastIdx="0" clrIdx="2213"/>
  <p:cmAuthor id="2215" name="zhu chengxing" initials="zc" lastIdx="0" clrIdx="2214"/>
  <p:cmAuthor id="2216" name="1564000570@qq.com" initials="1" lastIdx="0" clrIdx="2215"/>
  <p:cmAuthor id="2217" name="Lenovov" initials="L" lastIdx="0" clrIdx="2216"/>
  <p:cmAuthor id="2218" name="徐旸" initials="徐" lastIdx="0" clrIdx="2217"/>
  <p:cmAuthor id="2219" name="彭家骏" initials="彭" lastIdx="0" clrIdx="2218"/>
  <p:cmAuthor id="2220" name="xuelian feng" initials="xf" lastIdx="0" clrIdx="2219"/>
  <p:cmAuthor id="2221" name="黄 定江" initials="黄" lastIdx="0" clrIdx="2220"/>
  <p:cmAuthor id="2222" name="WPS_1647505123" initials="W" lastIdx="0" clrIdx="2221"/>
  <p:cmAuthor id="2223" name="Chloe" initials="x" lastIdx="0" clrIdx="2222"/>
  <p:cmAuthor id="2224" name="WHY" initials="W" lastIdx="0" clrIdx="2223"/>
  <p:cmAuthor id="2225" name="景志清" initials="景" lastIdx="0" clrIdx="2224"/>
  <p:cmAuthor id="2226" name="陆颖斌" initials="Benson-Lu" lastIdx="0" clrIdx="2225"/>
  <p:cmAuthor id="2227" name="杨世敬" initials="杨" lastIdx="0" clrIdx="2226"/>
  <p:cmAuthor id="2228" name="李阳" initials="李" lastIdx="0" clrIdx="2227"/>
  <p:cmAuthor id="2229" name="赵冬" initials="zd" lastIdx="0" clrIdx="2228"/>
  <p:cmAuthor id="2230" name="WPS_1734174719" initials="W" lastIdx="0" clrIdx="2229"/>
  <p:cmAuthor id="2231" name="10006509" initials="1" lastIdx="0" clrIdx="2230"/>
  <p:cmAuthor id="2232" name="Yisc" initials="Yi" lastIdx="0" clrIdx="2231"/>
  <p:cmAuthor id="2233" name="程昊_2Y7bmQfe" initials="authorId_1160405636" lastIdx="0" clrIdx="2232"/>
  <p:cmAuthor id="2234" name="ps" initials="p" lastIdx="0" clrIdx="2233"/>
  <p:cmAuthor id="2235" name="afu" initials="a" lastIdx="0" clrIdx="2234"/>
  <p:cmAuthor id="2236" name="dong wang" initials="dw" lastIdx="0" clrIdx="2235"/>
  <p:cmAuthor id="2237" name="王林10186938" initials="王" lastIdx="0" clrIdx="2236"/>
  <p:cmAuthor id="2238" name="王波10142735" initials="王" lastIdx="0" clrIdx="2237"/>
  <p:cmAuthor id="2239" name="10335090" initials="1" lastIdx="0" clrIdx="2238"/>
  <p:cmAuthor id="2240" name="10009350" initials="1" lastIdx="0" clrIdx="2239"/>
  <p:cmAuthor id="2241" name="00087583" initials="0" lastIdx="0" clrIdx="2240"/>
  <p:cmAuthor id="2242" name="10038283" initials="1" lastIdx="0" clrIdx="2241"/>
  <p:cmAuthor id="2243" name="10143752" initials="1" lastIdx="0" clrIdx="2242"/>
  <p:cmAuthor id="2244" name="10260821" initials="1" lastIdx="0" clrIdx="2243"/>
  <p:cmAuthor id="2245" name="Vincent" initials="VZ" lastIdx="0" clrIdx="2244"/>
  <p:cmAuthor id="2246" name="Yoda KK" initials="Y" lastIdx="0" clrIdx="2245"/>
  <p:cmAuthor id="2247" name="10073055" initials="1" lastIdx="0" clrIdx="2246"/>
  <p:cmAuthor id="2248" name="10036292" initials="1" lastIdx="0" clrIdx="2247"/>
  <p:cmAuthor id="2249" name="10208030" initials="1" lastIdx="0" clrIdx="2248"/>
  <p:cmAuthor id="2250" name="10090968" initials="1" lastIdx="0" clrIdx="2249"/>
  <p:cmAuthor id="2251" name="许 爽" initials="许" lastIdx="0" clrIdx="2250"/>
  <p:cmAuthor id="2252" name="10240440" initials="1" lastIdx="0" clrIdx="2251"/>
  <p:cmAuthor id="2253" name="10238402" initials="1" lastIdx="0" clrIdx="2252"/>
  <p:cmAuthor id="2254" name="00145565" initials="0" lastIdx="0" clrIdx="2253"/>
  <p:cmAuthor id="2255" name="10309979" initials="1" lastIdx="0" clrIdx="2254"/>
  <p:cmAuthor id="2256" name="王宇" initials="1" lastIdx="0" clrIdx="2255"/>
  <p:cmAuthor id="2257" name="針對所選的門市進行小範圍實驗，捕捉驅動績效的關鍵影響因子" initials="針" lastIdx="0" clrIdx="2256"/>
  <p:cmAuthor id="2258" name="未知用户164" initials="未" lastIdx="0" clrIdx="2257"/>
  <p:cmAuthor id="2259" name="王薇（政企）" initials="王" lastIdx="0" clrIdx="2258"/>
  <p:cmAuthor id="2260" name="WPS_1730078655" initials="W" lastIdx="0" clrIdx="2259"/>
  <p:cmAuthor id="2261" name="FAN" initials="F" lastIdx="0" clrIdx="2260"/>
  <p:cmAuthor id="2262" name="sunaoran" initials="s" lastIdx="0" clrIdx="2261"/>
  <p:cmAuthor id="2263" name="何秀英" initials="何" lastIdx="0" clrIdx="2262"/>
  <p:cmAuthor id="2264" name="灞桥别客" initials="灞" lastIdx="0" clrIdx="2263"/>
  <p:cmAuthor id="2265" name="旭东 唐" initials="旭唐" lastIdx="0" clrIdx="2264"/>
  <p:cmAuthor id="2266" name="原全新" initials="原" lastIdx="0" clrIdx="2265"/>
  <p:cmAuthor id="2267" name="无量圆满" initials="无" lastIdx="0" clrIdx="2266"/>
  <p:cmAuthor id="2268" name="zhang" initials="z" lastIdx="0" clrIdx="2267"/>
  <p:cmAuthor id="2269" name="张平10088211" initials="张平10088211" lastIdx="0" clrIdx="2268"/>
  <p:cmAuthor id="2270" name="金友兴10002775" initials="金友兴10002775" lastIdx="0" clrIdx="2269"/>
  <p:cmAuthor id="2271" name="zdl" initials="z" lastIdx="0" clrIdx="2270"/>
  <p:cmAuthor id="2272" name="WPS_1601968133" initials="W" lastIdx="0" clrIdx="2271"/>
  <p:cmAuthor id="2273" name="莉珊 谢" initials="莉谢" lastIdx="0" clrIdx="2272"/>
  <p:cmAuthor id="2274" name="韩莹莹" initials="韩" lastIdx="0" clrIdx="2273"/>
  <p:cmAuthor id="2275" name="王丰_aE3uARfm" initials="authorId_383357774" lastIdx="0" clrIdx="2274"/>
  <p:cmAuthor id="2276" name="邢亚楠" initials="邢" lastIdx="0" clrIdx="2275"/>
  <p:cmAuthor id="2277" name="LIN L" initials="LL" lastIdx="0" clrIdx="2276"/>
  <p:cmAuthor id="2278" name="姜文静" initials="姜" lastIdx="0" clrIdx="2277"/>
  <p:cmAuthor id="2279" name="刘君" initials="刘" lastIdx="0" clrIdx="2278"/>
  <p:cmAuthor id="2280" name="zhao jia" initials="zj" lastIdx="0" clrIdx="2279"/>
  <p:cmAuthor id="2281" name="在水一方" initials="在" lastIdx="0" clrIdx="2280"/>
  <p:cmAuthor id="2282" name="郏 鹏" initials="郏" lastIdx="0" clrIdx="2281"/>
  <p:cmAuthor id="2283" name="郏鹏" initials="M" lastIdx="0" clrIdx="2282"/>
  <p:cmAuthor id="2284" name="王航" initials="王" lastIdx="0" clrIdx="2283"/>
  <p:cmAuthor id="2285" name="眠羊" initials="眠" lastIdx="0" clrIdx="2284"/>
  <p:cmAuthor id="2286" name="Lin Liang Wei 林梁伟" initials="LLW林" lastIdx="0" clrIdx="2285"/>
  <p:cmAuthor id="2287" name="小猫" initials="小" lastIdx="0" clrIdx="2286"/>
  <p:cmAuthor id="2288" name="lidanni" initials="l" lastIdx="0" clrIdx="2287"/>
  <p:cmAuthor id="2289" name="fwq" initials="f" lastIdx="0" clrIdx="2288"/>
  <p:cmAuthor id="2290" name="未知用户285" initials="未" lastIdx="0" clrIdx="2289"/>
  <p:cmAuthor id="2291" name="止夏末" initials="止" lastIdx="0" clrIdx="2290"/>
  <p:cmAuthor id="2292" name="冯远" initials="冯" lastIdx="0" clrIdx="2291"/>
  <p:cmAuthor id="2293" name="Smilyrwj" initials="S" lastIdx="0" clrIdx="2292"/>
  <p:cmAuthor id="2294" name="刘筱晔" initials="LXY" lastIdx="0" clrIdx="2293"/>
  <p:cmAuthor id="2295" name="Yuna" initials="Y" lastIdx="0" clrIdx="2294"/>
  <p:cmAuthor id="2296" name="与荒野匆匆独白" initials="与" lastIdx="0" clrIdx="2295"/>
  <p:cmAuthor id="2297" name="li dashuang" initials="ld" lastIdx="0" clrIdx="2296"/>
  <p:cmAuthor id="2298" name="hp" initials="h" lastIdx="0" clrIdx="2297"/>
  <p:cmAuthor id="2299" name="TaiKang" initials="T" lastIdx="0" clrIdx="2298"/>
  <p:cmAuthor id="2300" name="张洁" initials="张" lastIdx="0" clrIdx="2299"/>
  <p:cmAuthor id="2301" name="Huang" initials="H" lastIdx="0" clrIdx="2300"/>
  <p:cmAuthor id="2302" name="项目组" initials="项" lastIdx="0" clrIdx="2301"/>
  <p:cmAuthor id="2303" name="阙正贝" initials="y" lastIdx="0" clrIdx="2302"/>
  <p:cmAuthor id="2304" name="hejq" initials="h" lastIdx="0" clrIdx="2303"/>
  <p:cmAuthor id="2305" name="朱加成" initials="朱" lastIdx="0" clrIdx="2304"/>
  <p:cmAuthor id="2306" name="卷子&amp;雯子" initials="卷" lastIdx="0" clrIdx="2305"/>
  <p:cmAuthor id="2307" name="Ying Liang" initials="YL" lastIdx="0" clrIdx="2306"/>
  <p:cmAuthor id="2308" name="twisaijzing" initials="t" lastIdx="0" clrIdx="2307"/>
  <p:cmAuthor id="2309" name="zhaohaiqi" initials="z" lastIdx="0" clrIdx="2308"/>
  <p:cmAuthor id="2310" name="C风信子C" initials="C" lastIdx="0" clrIdx="2309"/>
  <p:cmAuthor id="2311" name="xd" initials="x" lastIdx="0" clrIdx="2310"/>
  <p:cmAuthor id="2312" name="侯 林" initials="侯" lastIdx="0" clrIdx="2311"/>
  <p:cmAuthor id="2313" name="Jiaxi Wang" initials="JW" lastIdx="0" clrIdx="2312"/>
  <p:cmAuthor id="2314" name="1034695240@qq.com" initials="1" lastIdx="0" clrIdx="2313"/>
  <p:cmAuthor id="2315" name="P." initials="P" lastIdx="0" clrIdx="2314"/>
  <p:cmAuthor id="2316" name="清欢余" initials="清" lastIdx="0" clrIdx="2315"/>
  <p:cmAuthor id="2317" name="糖水粑粑" initials="糖" lastIdx="0" clrIdx="2316"/>
  <p:cmAuthor id="2318" name="丁芙蓉" initials="丁" lastIdx="0" clrIdx="2317"/>
  <p:cmAuthor id="2319" name="许弘扬" initials="许" lastIdx="0" clrIdx="2318"/>
  <p:cmAuthor id="2320" name="程奥林" initials="程" lastIdx="0" clrIdx="2319"/>
  <p:cmAuthor id="2321" name="唐 赛" initials="唐" lastIdx="0" clrIdx="2320"/>
  <p:cmAuthor id="2322" name="chunsong_hu" initials="c" lastIdx="0" clrIdx="2321"/>
  <p:cmAuthor id="2323" name="Liangdp" initials="L" lastIdx="0" clrIdx="2322"/>
  <p:cmAuthor id="2324" name="张雁" initials="张" lastIdx="0" clrIdx="2323"/>
  <p:cmAuthor id="2325" name="张平" initials="张" lastIdx="0" clrIdx="2324"/>
  <p:cmAuthor id="2326" name="贾清山" initials="贾" lastIdx="0" clrIdx="2325"/>
  <p:cmAuthor id="2327" name="王向羽" initials="王" lastIdx="0" clrIdx="2326"/>
  <p:cmAuthor id="2328" name="thinkpad" initials="t" lastIdx="0" clrIdx="2327"/>
  <p:cmAuthor id="2329" name="马海燕" initials="马" lastIdx="0" clrIdx="2328"/>
  <p:cmAuthor id="2330" name="Qingyunli" initials="Q" lastIdx="0" clrIdx="2329"/>
  <p:cmAuthor id="2331" name="刘广艳" initials="刘" lastIdx="0" clrIdx="2330"/>
  <p:cmAuthor id="2332" name="邹积逊" initials="邹" lastIdx="0" clrIdx="2331"/>
  <p:cmAuthor id="2333" name="yangyanxia" initials="y" lastIdx="0" clrIdx="2332"/>
  <p:cmAuthor id="2334" name="刘春辉" initials="刘" lastIdx="0" clrIdx="2333"/>
  <p:cmAuthor id="2335" name="张钦" initials="张" lastIdx="0" clrIdx="2334"/>
  <p:cmAuthor id="2336" name="涛娜" initials="涛" lastIdx="0" clrIdx="2335"/>
  <p:cmAuthor id="2337" name="李丽华" initials="李" lastIdx="0" clrIdx="2336"/>
  <p:cmAuthor id="2338" name="王志虎" initials="王" lastIdx="0" clrIdx="2337"/>
  <p:cmAuthor id="2339" name="魏永生" initials="魏" lastIdx="0" clrIdx="2338"/>
  <p:cmAuthor id="2340" name="Zhou, Judy" initials="Z" lastIdx="0" clrIdx="2339"/>
  <p:cmAuthor id="2341" name="李明" initials="李" lastIdx="0" clrIdx="2340"/>
  <p:cmAuthor id="2342" name="徐仕超" initials="徐" lastIdx="0" clrIdx="2341"/>
  <p:cmAuthor id="2343" name="Lzy" initials="L" lastIdx="0" clrIdx="2342"/>
  <p:cmAuthor id="2344" name="宋少霞" initials="宋" lastIdx="0" clrIdx="2343"/>
  <p:cmAuthor id="2345" name="张惠" initials="张" lastIdx="0" clrIdx="2344"/>
  <p:cmAuthor id="2346" name="panhong" initials="p" lastIdx="0" clrIdx="2345"/>
  <p:cmAuthor id="2347" name="liyi" initials="l" lastIdx="0" clrIdx="2346"/>
  <p:cmAuthor id="2348" name="周雪梅" initials="ZXM" lastIdx="0" clrIdx="2347"/>
  <p:cmAuthor id="2349" name="段振华" initials="段" lastIdx="0" clrIdx="2348"/>
  <p:cmAuthor id="2350" name="马红" initials="马" lastIdx="0" clrIdx="2349"/>
  <p:cmAuthor id="2351" name="李刚" initials="李" lastIdx="0" clrIdx="2350"/>
  <p:cmAuthor id="2352" name="向俊丞" initials="向" lastIdx="0" clrIdx="2351"/>
  <p:cmAuthor id="2353" name="lx" initials="l" lastIdx="0" clrIdx="2352"/>
  <p:cmAuthor id="2354" name="莫滔10110373" initials="莫" lastIdx="0" clrIdx="2353"/>
  <p:cmAuthor id="2355" name="hys2" initials="h" lastIdx="0" clrIdx="2354"/>
  <p:cmAuthor id="2356" name="番茄花园" initials="番" lastIdx="0" clrIdx="2355"/>
  <p:cmAuthor id="2357" name="吕志勇" initials="吕" lastIdx="0" clrIdx="2356"/>
  <p:cmAuthor id="2358" name="何已龙" initials="何" lastIdx="0" clrIdx="2357"/>
  <p:cmAuthor id="2359" name="叶得会" initials="叶" lastIdx="0" clrIdx="2358"/>
  <p:cmAuthor id="2360" name="吴杰" initials="吴" lastIdx="0" clrIdx="2359"/>
  <p:cmAuthor id="2361" name="刘丽仙" initials="刘" lastIdx="0" clrIdx="2360"/>
  <p:cmAuthor id="2362" name="马静" initials="马" lastIdx="0" clrIdx="2361"/>
  <p:cmAuthor id="2363" name="贡鑫" initials="贡" lastIdx="0" clrIdx="2362"/>
  <p:cmAuthor id="2364" name="administrator1" initials="a" lastIdx="0" clrIdx="2363"/>
  <p:cmAuthor id="2365" name="杜雪梅" initials="杜" lastIdx="0" clrIdx="2364"/>
  <p:cmAuthor id="2366" name="lijin" initials="l" lastIdx="0" clrIdx="2365"/>
  <p:cmAuthor id="2367" name="gtmc" initials="g" lastIdx="0" clrIdx="2366"/>
  <p:cmAuthor id="2368" name="黄静" initials="h" lastIdx="0" clrIdx="2367"/>
  <p:cmAuthor id="2369" name="whm.hz" initials="whm.hz" lastIdx="0" clrIdx="2368"/>
  <p:cmAuthor id="2370" name="伟江 邬" initials="伟邬" lastIdx="0" clrIdx="2369"/>
  <p:cmAuthor id="2371" name="任靖" initials="任" lastIdx="0" clrIdx="2370"/>
  <p:cmAuthor id="2372" name="曹 朝辉" initials="曹" lastIdx="0" clrIdx="2371"/>
  <p:cmAuthor id="2373" name="qsl" initials="q" lastIdx="0" clrIdx="2372"/>
  <p:cmAuthor id="2374" name="芳雪千秋" initials="芳" lastIdx="0" clrIdx="2373"/>
  <p:cmAuthor id="2375" name="碎声" initials="碎" lastIdx="0" clrIdx="2374"/>
  <p:cmAuthor id="2376" name="晚安。" initials="晚" lastIdx="0" clrIdx="2375"/>
  <p:cmAuthor id="2377" name="李岩" initials="李" lastIdx="0" clrIdx="2376"/>
  <p:cmAuthor id="2378" name="康炳振" initials="康" lastIdx="0" clrIdx="2377"/>
  <p:cmAuthor id="2379" name="kp l" initials="k" lastIdx="0" clrIdx="2378"/>
  <p:cmAuthor id="2380" name="刘莎_Rnie2Mv6" initials="authorId_1390812686" lastIdx="0" clrIdx="2379"/>
  <p:cmAuthor id="2381" name="wang xin" initials="w" lastIdx="0" clrIdx="2380"/>
  <p:cmAuthor id="2382" name="Virginia" initials="V" lastIdx="0" clrIdx="2381"/>
  <p:cmAuthor id="2383" name="马琛琛" initials="马" lastIdx="0" clrIdx="2382"/>
  <p:cmAuthor id="2384" name="小弦切切如私语" initials="小" lastIdx="0" clrIdx="2383"/>
  <p:cmAuthor id="2385" name="Localadmin" initials="L" lastIdx="0" clrIdx="2384"/>
  <p:cmAuthor id="2386" name="Linn Chan" initials="LC" lastIdx="0" clrIdx="2385"/>
  <p:cmAuthor id="2387" name="Claire Delaney" initials="" lastIdx="0" clrIdx="2386"/>
  <p:cmAuthor id="2388" name="Jennifer League" initials="JL" lastIdx="0" clrIdx="2387"/>
  <p:cmAuthor id="2389" name="biran" initials="b" lastIdx="0" clrIdx="2388"/>
  <p:cmAuthor id="2390" name="lww19940713@163.com" initials="l" lastIdx="0" clrIdx="2389"/>
  <p:cmAuthor id="2391" name="落雪无痕" initials="落" lastIdx="0" clrIdx="2390"/>
  <p:cmAuthor id="2392" name="赖琮霖" initials="s" lastIdx="0" clrIdx="2391"/>
  <p:cmAuthor id="2393" name="张妍" initials="张" lastIdx="0" clrIdx="2392"/>
  <p:cmAuthor id="2394" name="文武贝" initials="文" lastIdx="0" clrIdx="2393"/>
  <p:cmAuthor id="2395" name="Niucas" initials="N" lastIdx="0" clrIdx="2394"/>
  <p:cmAuthor id="2396" name="小耳朵图图" initials="小" lastIdx="0" clrIdx="2395"/>
  <p:cmAuthor id="2397" name="xiaochuanh" initials="x" lastIdx="0" clrIdx="2396"/>
  <p:cmAuthor id="2398" name="夜尽迟渊_UrQfrmQZ" initials="authorId_501680251" lastIdx="0" clrIdx="2397"/>
  <p:cmAuthor id="2399" name="JIAQI" initials="J" lastIdx="0" clrIdx="2398"/>
  <p:cmAuthor id="2400" name="Guaje7Villa" initials="G" lastIdx="0" clrIdx="2399"/>
  <p:cmAuthor id="2401" name="dingenshi" initials="d" lastIdx="0" clrIdx="2400"/>
  <p:cmAuthor id="2402" name="王 明振" initials="王" lastIdx="0" clrIdx="2401"/>
  <p:cmAuthor id="2403" name="袁正海" initials="袁" lastIdx="0" clrIdx="2402"/>
  <p:cmAuthor id="2404" name="木南" initials="木" lastIdx="0" clrIdx="2403"/>
  <p:cmAuthor id="2405" name="香崽儿" initials="香" lastIdx="0" clrIdx="2404"/>
  <p:cmAuthor id="2406" name="肖婧" initials="肖" lastIdx="0" clrIdx="2405"/>
  <p:cmAuthor id="2407" name="A" initials="A" lastIdx="0" clrIdx="2406"/>
  <p:cmAuthor id="2408" name="沙瑞金书记" initials="沙" lastIdx="0" clrIdx="2407"/>
  <p:cmAuthor id="2409" name="Am'be'r" initials="A" lastIdx="0" clrIdx="2408"/>
  <p:cmAuthor id="2410" name="杜 洋" initials="杜" lastIdx="0" clrIdx="2409"/>
  <p:cmAuthor id="2411" name="hee-lhb" initials="h" lastIdx="0" clrIdx="2410"/>
  <p:cmAuthor id="2412" name="chenjy1018@outlook.com" initials="c" lastIdx="0" clrIdx="2411"/>
  <p:cmAuthor id="2413" name="xingxf" initials="x" lastIdx="0" clrIdx="2412"/>
  <p:cmAuthor id="2414" name="zhums" initials="z" lastIdx="0" clrIdx="2413"/>
  <p:cmAuthor id="2415" name="10024885" initials="1" lastIdx="0" clrIdx="2414"/>
  <p:cmAuthor id="2416" name="10023731" initials="1" lastIdx="0" clrIdx="2415"/>
  <p:cmAuthor id="2417" name="qiwg" initials="q" lastIdx="0" clrIdx="2416"/>
  <p:cmAuthor id="2418" name="周莲(dx32252)" initials="周" lastIdx="0" clrIdx="2417"/>
  <p:cmAuthor id="2419" name="王 云龙" initials="王" lastIdx="0" clrIdx="2418"/>
  <p:cmAuthor id="2420" name="熘?" initials="熘" lastIdx="0" clrIdx="2419"/>
  <p:cmAuthor id="2421" name="LAIYONGMIN" initials="L" lastIdx="0" clrIdx="2420"/>
  <p:cmAuthor id="2422" name="江莉萍|jiangliping" initials="江" lastIdx="0" clrIdx="2421"/>
  <p:cmAuthor id="2423" name="taowei" initials="t" lastIdx="0" clrIdx="2422"/>
  <p:cmAuthor id="2424" name="Dizzy" initials="D" lastIdx="0" clrIdx="2423"/>
  <p:cmAuthor id="2425" name="hyj" initials="h" lastIdx="0" clrIdx="2424"/>
  <p:cmAuthor id="2426" name="刘风香" initials="刘" lastIdx="0" clrIdx="2425"/>
  <p:cmAuthor id="2427" name="YANG UNCLE" initials="" lastIdx="0" clrIdx="2426"/>
  <p:cmAuthor id="2428" name="njw" initials="n" lastIdx="0" clrIdx="2427"/>
  <p:cmAuthor id="2429" name="Cy" initials="C" lastIdx="0" clrIdx="2428"/>
  <p:cmAuthor id="2430" name="陈国强" initials="陈" lastIdx="0" clrIdx="2429"/>
  <p:cmAuthor id="2431" name="巧" initials="巧" lastIdx="0" clrIdx="2430"/>
  <p:cmAuthor id="2432" name="继祥 史" initials="继史" lastIdx="0" clrIdx="2431"/>
  <p:cmAuthor id="2433" name="lusiming" initials="l" lastIdx="0" clrIdx="2432"/>
  <p:cmAuthor id="2434" name="Adventurer" initials="A" lastIdx="0" clrIdx="2433"/>
  <p:cmAuthor id="2435" name="马 寒笑" initials="马" lastIdx="0" clrIdx="2434"/>
  <p:cmAuthor id="2436" name="杨可省" initials="A" lastIdx="0" clrIdx="2435"/>
  <p:cmAuthor id="2437" name="Epoint" initials="E" lastIdx="0" clrIdx="2436"/>
  <p:cmAuthor id="2438" name="zhuo jiuhuan" initials="zj" lastIdx="0" clrIdx="2437"/>
  <p:cmAuthor id="2439" name="创立-财务部" initials="创立-财务部" lastIdx="0" clrIdx="2438"/>
  <p:cmAuthor id="2440" name="Sharpay" initials="S" lastIdx="0" clrIdx="2439"/>
  <p:cmAuthor id="2441" name="24511" initials="2" lastIdx="0" clrIdx="2440"/>
  <p:cmAuthor id="2442" name="jxs" initials="W用" lastIdx="0" clrIdx="2441"/>
  <p:cmAuthor id="2443" name="js" initials="j" lastIdx="0" clrIdx="2442"/>
  <p:cmAuthor id="2444" name="李娟" initials="李" lastIdx="0" clrIdx="2443"/>
  <p:cmAuthor id="2445" name="郎 蕊" initials="郎" lastIdx="0" clrIdx="2444"/>
  <p:cmAuthor id="2446" name="55" initials="5" lastIdx="0" clrIdx="2445"/>
  <p:cmAuthor id="2447" name="10088663" initials="1" lastIdx="0" clrIdx="2446"/>
  <p:cmAuthor id="2448" name="10007438" initials="1" lastIdx="0" clrIdx="2447"/>
  <p:cmAuthor id="2449" name="10073006" initials="yd" lastIdx="0" clrIdx="2448"/>
  <p:cmAuthor id="2450" name="vivian" initials="v" lastIdx="0" clrIdx="2449"/>
  <p:cmAuthor id="2451" name="t18221" initials="t" lastIdx="0" clrIdx="2450"/>
  <p:cmAuthor id="2452" name="Liu, Leo (MBSHR cs)" initials="L" lastIdx="0" clrIdx="2451"/>
  <p:cmAuthor id="2453" name="杜娇龙" initials="杜" lastIdx="0" clrIdx="2452"/>
  <p:cmAuthor id="2454" name="乐燕" initials="乐" lastIdx="0" clrIdx="2453"/>
  <p:cmAuthor id="2455" name="zgdx" initials="z" lastIdx="0" clrIdx="2454"/>
  <p:cmAuthor id="2456" name="Fanny" initials="F" lastIdx="0" clrIdx="2455"/>
  <p:cmAuthor id="2457" name="董耘_um22zMFb" initials="authorId_1461203234" lastIdx="0" clrIdx="2456"/>
  <p:cmAuthor id="2458" name="廖一明" initials="廖一明" lastIdx="0" clrIdx="2457"/>
  <p:cmAuthor id="2459" name="华仔" initials="华" lastIdx="0" clrIdx="2458"/>
  <p:cmAuthor id="2460" name="小陈" initials="小" lastIdx="0" clrIdx="2459"/>
  <p:cmAuthor id="2461" name="  " initials=" " lastIdx="0" clrIdx="2460"/>
  <p:cmAuthor id="2462" name="PENG" initials="P" lastIdx="0" clrIdx="2461"/>
  <p:cmAuthor id="2463" name="刘" initials="刘" lastIdx="0" clrIdx="2462"/>
  <p:cmAuthor id="2464" name="cool-谈" initials="c" lastIdx="0" clrIdx="2463"/>
  <p:cmAuthor id="2465" name="溪渔" initials="溪" lastIdx="0" clrIdx="2464"/>
  <p:cmAuthor id="2463" name="妞妞妹儿" initials="妞" lastIdx="0" clrIdx="2462"/>
  <p:cmAuthor id="2464" name="雨林木风" initials="雨" lastIdx="0" clrIdx="246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00000"/>
    <a:srgbClr val="A6A6A6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388" y="56"/>
      </p:cViewPr>
      <p:guideLst>
        <p:guide orient="horz" pos="2128"/>
        <p:guide pos="368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51050" y="560388"/>
            <a:ext cx="4960938" cy="279082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创新买单结算机制，激发双方活力，促进成果规模转化</a:t>
            </a:r>
            <a:br>
              <a:rPr lang="zh-CN" altLang="en-US" dirty="0"/>
            </a:br>
            <a:r>
              <a:rPr lang="zh-CN" altLang="en-US" dirty="0"/>
              <a:t>以开源买断为切口</a:t>
            </a:r>
            <a:r>
              <a:rPr lang="en-US" altLang="zh-CN" dirty="0"/>
              <a:t>  </a:t>
            </a:r>
            <a:r>
              <a:rPr lang="zh-CN" altLang="en-US" dirty="0"/>
              <a:t>优化机制体系，促进成果规模转化</a:t>
            </a:r>
            <a:br>
              <a:rPr lang="zh-CN" altLang="en-US" dirty="0"/>
            </a:br>
            <a:r>
              <a:rPr lang="zh-CN" altLang="en-US" dirty="0"/>
              <a:t>内部开源</a:t>
            </a:r>
            <a:r>
              <a:rPr lang="en-US" altLang="zh-CN" dirty="0"/>
              <a:t>/</a:t>
            </a:r>
            <a:r>
              <a:rPr lang="zh-CN" altLang="en-US" dirty="0"/>
              <a:t>二开买断，促进成果规模转化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5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01008513-1F04-4D29-B8E4-153D505E9E88}" type="slidenum">
              <a:rPr lang="zh-CN" altLang="en-US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46229E6-30EC-474E-8A04-F7651E02F8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8600A-C151-4D79-9D3C-885848DF97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46229E6-30EC-474E-8A04-F7651E02F8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8600A-C151-4D79-9D3C-885848DF97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46229E6-30EC-474E-8A04-F7651E02F8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8600A-C151-4D79-9D3C-885848DF97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860884" y="232779"/>
            <a:ext cx="10261127" cy="47106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微软雅黑，</a:t>
            </a:r>
            <a:r>
              <a:rPr lang="en-US" altLang="zh-CN" dirty="0"/>
              <a:t>22</a:t>
            </a:r>
            <a:r>
              <a:rPr lang="zh-CN" altLang="en-US" dirty="0"/>
              <a:t>号，加粗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" y="121083"/>
            <a:ext cx="12192000" cy="751636"/>
            <a:chOff x="-1" y="58366"/>
            <a:chExt cx="12413673" cy="751636"/>
          </a:xfrm>
          <a:solidFill>
            <a:srgbClr val="A50606"/>
          </a:solidFill>
        </p:grpSpPr>
        <p:sp>
          <p:nvSpPr>
            <p:cNvPr id="15" name="矩形 14"/>
            <p:cNvSpPr/>
            <p:nvPr userDrawn="1"/>
          </p:nvSpPr>
          <p:spPr>
            <a:xfrm>
              <a:off x="-1" y="738002"/>
              <a:ext cx="12413673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任意多边形: 形状 6"/>
            <p:cNvSpPr/>
            <p:nvPr userDrawn="1"/>
          </p:nvSpPr>
          <p:spPr>
            <a:xfrm>
              <a:off x="0" y="58366"/>
              <a:ext cx="2140539" cy="683135"/>
            </a:xfrm>
            <a:custGeom>
              <a:avLst/>
              <a:gdLst>
                <a:gd name="connsiteX0" fmla="*/ 0 w 2140539"/>
                <a:gd name="connsiteY0" fmla="*/ 0 h 683135"/>
                <a:gd name="connsiteX1" fmla="*/ 1572683 w 2140539"/>
                <a:gd name="connsiteY1" fmla="*/ 0 h 683135"/>
                <a:gd name="connsiteX2" fmla="*/ 1800000 w 2140539"/>
                <a:gd name="connsiteY2" fmla="*/ 208134 h 683135"/>
                <a:gd name="connsiteX3" fmla="*/ 1800000 w 2140539"/>
                <a:gd name="connsiteY3" fmla="*/ 341135 h 683135"/>
                <a:gd name="connsiteX4" fmla="*/ 1800000 w 2140539"/>
                <a:gd name="connsiteY4" fmla="*/ 342000 h 683135"/>
                <a:gd name="connsiteX5" fmla="*/ 1800000 w 2140539"/>
                <a:gd name="connsiteY5" fmla="*/ 462289 h 683135"/>
                <a:gd name="connsiteX6" fmla="*/ 1815760 w 2140539"/>
                <a:gd name="connsiteY6" fmla="*/ 545928 h 683135"/>
                <a:gd name="connsiteX7" fmla="*/ 2007538 w 2140539"/>
                <a:gd name="connsiteY7" fmla="*/ 682127 h 683135"/>
                <a:gd name="connsiteX8" fmla="*/ 2140539 w 2140539"/>
                <a:gd name="connsiteY8" fmla="*/ 682127 h 683135"/>
                <a:gd name="connsiteX9" fmla="*/ 2140539 w 2140539"/>
                <a:gd name="connsiteY9" fmla="*/ 683135 h 683135"/>
                <a:gd name="connsiteX10" fmla="*/ 1800000 w 2140539"/>
                <a:gd name="connsiteY10" fmla="*/ 683135 h 683135"/>
                <a:gd name="connsiteX11" fmla="*/ 1799404 w 2140539"/>
                <a:gd name="connsiteY11" fmla="*/ 683135 h 683135"/>
                <a:gd name="connsiteX12" fmla="*/ 0 w 2140539"/>
                <a:gd name="connsiteY12" fmla="*/ 683135 h 68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40539" h="683135">
                  <a:moveTo>
                    <a:pt x="0" y="0"/>
                  </a:moveTo>
                  <a:lnTo>
                    <a:pt x="1572683" y="0"/>
                  </a:lnTo>
                  <a:cubicBezTo>
                    <a:pt x="1698226" y="0"/>
                    <a:pt x="1800000" y="93185"/>
                    <a:pt x="1800000" y="208134"/>
                  </a:cubicBezTo>
                  <a:lnTo>
                    <a:pt x="1800000" y="341135"/>
                  </a:lnTo>
                  <a:lnTo>
                    <a:pt x="1800000" y="342000"/>
                  </a:lnTo>
                  <a:lnTo>
                    <a:pt x="1800000" y="462289"/>
                  </a:lnTo>
                  <a:lnTo>
                    <a:pt x="1815760" y="545928"/>
                  </a:lnTo>
                  <a:cubicBezTo>
                    <a:pt x="1847357" y="625966"/>
                    <a:pt x="1921326" y="682127"/>
                    <a:pt x="2007538" y="682127"/>
                  </a:cubicBezTo>
                  <a:lnTo>
                    <a:pt x="2140539" y="682127"/>
                  </a:lnTo>
                  <a:lnTo>
                    <a:pt x="2140539" y="683135"/>
                  </a:lnTo>
                  <a:lnTo>
                    <a:pt x="1800000" y="683135"/>
                  </a:lnTo>
                  <a:lnTo>
                    <a:pt x="1799404" y="683135"/>
                  </a:lnTo>
                  <a:lnTo>
                    <a:pt x="0" y="6831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7" name="内容占位符 16"/>
          <p:cNvSpPr>
            <a:spLocks noGrp="1"/>
          </p:cNvSpPr>
          <p:nvPr>
            <p:ph sz="quarter" idx="11" hasCustomPrompt="1"/>
          </p:nvPr>
        </p:nvSpPr>
        <p:spPr>
          <a:xfrm>
            <a:off x="195884" y="202406"/>
            <a:ext cx="1575134" cy="280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一、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18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69989" y="540330"/>
            <a:ext cx="1575134" cy="280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（一）</a:t>
            </a:r>
            <a:r>
              <a:rPr lang="en-US" altLang="zh-CN" dirty="0"/>
              <a:t>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/>
          <a:srcRect l="63250" r="13246"/>
          <a:stretch>
            <a:fillRect/>
          </a:stretch>
        </p:blipFill>
        <p:spPr>
          <a:xfrm>
            <a:off x="10991169" y="-127630"/>
            <a:ext cx="995680" cy="1102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 txBox="1"/>
          <p:nvPr userDrawn="1"/>
        </p:nvSpPr>
        <p:spPr>
          <a:xfrm>
            <a:off x="11585542" y="6522541"/>
            <a:ext cx="606458" cy="335459"/>
          </a:xfrm>
          <a:prstGeom prst="rect">
            <a:avLst/>
          </a:prstGeom>
        </p:spPr>
        <p:txBody>
          <a:bodyPr vert="horz" lIns="138872" tIns="69436" rIns="138872" bIns="69436" rtlCol="0" anchor="ctr"/>
          <a:lstStyle>
            <a:defPPr>
              <a:defRPr lang="zh-CN"/>
            </a:defPPr>
            <a:lvl1pPr marL="0" algn="r" defTabSz="694055" rtl="0" eaLnBrk="1" latinLnBrk="0" hangingPunct="1">
              <a:defRPr sz="11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405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874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8280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7154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623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6029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498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94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226F55-E2FD-E54C-80AC-CD12557D5773}" type="slidenum">
              <a:rPr kumimoji="1" lang="zh-CN" altLang="en-US" sz="112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72478" y="121083"/>
            <a:ext cx="10515600" cy="683134"/>
          </a:xfrm>
        </p:spPr>
        <p:txBody>
          <a:bodyPr>
            <a:normAutofit/>
          </a:bodyPr>
          <a:lstStyle>
            <a:lvl1pPr algn="l"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l="63705" r="12267"/>
          <a:stretch>
            <a:fillRect/>
          </a:stretch>
        </p:blipFill>
        <p:spPr>
          <a:xfrm>
            <a:off x="11047313" y="13478"/>
            <a:ext cx="995680" cy="1078721"/>
          </a:xfrm>
          <a:prstGeom prst="rect">
            <a:avLst/>
          </a:prstGeom>
        </p:spPr>
      </p:pic>
      <p:pic>
        <p:nvPicPr>
          <p:cNvPr id="7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877888"/>
            <a:ext cx="11520487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860884" y="232779"/>
            <a:ext cx="10261127" cy="47106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微软雅黑，</a:t>
            </a:r>
            <a:r>
              <a:rPr lang="en-US" altLang="zh-CN" dirty="0"/>
              <a:t>22</a:t>
            </a:r>
            <a:r>
              <a:rPr lang="zh-CN" altLang="en-US" dirty="0"/>
              <a:t>号，加粗</a:t>
            </a:r>
            <a:endParaRPr lang="zh-CN" alt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" y="121083"/>
            <a:ext cx="12192000" cy="751636"/>
            <a:chOff x="-1" y="58366"/>
            <a:chExt cx="12413673" cy="751636"/>
          </a:xfrm>
          <a:solidFill>
            <a:srgbClr val="A50606"/>
          </a:solidFill>
        </p:grpSpPr>
        <p:sp>
          <p:nvSpPr>
            <p:cNvPr id="6" name="矩形 5"/>
            <p:cNvSpPr/>
            <p:nvPr userDrawn="1"/>
          </p:nvSpPr>
          <p:spPr>
            <a:xfrm>
              <a:off x="-1" y="738002"/>
              <a:ext cx="12413673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0" y="58366"/>
              <a:ext cx="2140539" cy="683135"/>
            </a:xfrm>
            <a:custGeom>
              <a:avLst/>
              <a:gdLst>
                <a:gd name="connsiteX0" fmla="*/ 0 w 2140539"/>
                <a:gd name="connsiteY0" fmla="*/ 0 h 683135"/>
                <a:gd name="connsiteX1" fmla="*/ 1572683 w 2140539"/>
                <a:gd name="connsiteY1" fmla="*/ 0 h 683135"/>
                <a:gd name="connsiteX2" fmla="*/ 1800000 w 2140539"/>
                <a:gd name="connsiteY2" fmla="*/ 208134 h 683135"/>
                <a:gd name="connsiteX3" fmla="*/ 1800000 w 2140539"/>
                <a:gd name="connsiteY3" fmla="*/ 341135 h 683135"/>
                <a:gd name="connsiteX4" fmla="*/ 1800000 w 2140539"/>
                <a:gd name="connsiteY4" fmla="*/ 342000 h 683135"/>
                <a:gd name="connsiteX5" fmla="*/ 1800000 w 2140539"/>
                <a:gd name="connsiteY5" fmla="*/ 462289 h 683135"/>
                <a:gd name="connsiteX6" fmla="*/ 1815760 w 2140539"/>
                <a:gd name="connsiteY6" fmla="*/ 545928 h 683135"/>
                <a:gd name="connsiteX7" fmla="*/ 2007538 w 2140539"/>
                <a:gd name="connsiteY7" fmla="*/ 682127 h 683135"/>
                <a:gd name="connsiteX8" fmla="*/ 2140539 w 2140539"/>
                <a:gd name="connsiteY8" fmla="*/ 682127 h 683135"/>
                <a:gd name="connsiteX9" fmla="*/ 2140539 w 2140539"/>
                <a:gd name="connsiteY9" fmla="*/ 683135 h 683135"/>
                <a:gd name="connsiteX10" fmla="*/ 1800000 w 2140539"/>
                <a:gd name="connsiteY10" fmla="*/ 683135 h 683135"/>
                <a:gd name="connsiteX11" fmla="*/ 1799404 w 2140539"/>
                <a:gd name="connsiteY11" fmla="*/ 683135 h 683135"/>
                <a:gd name="connsiteX12" fmla="*/ 0 w 2140539"/>
                <a:gd name="connsiteY12" fmla="*/ 683135 h 68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40539" h="683135">
                  <a:moveTo>
                    <a:pt x="0" y="0"/>
                  </a:moveTo>
                  <a:lnTo>
                    <a:pt x="1572683" y="0"/>
                  </a:lnTo>
                  <a:cubicBezTo>
                    <a:pt x="1698226" y="0"/>
                    <a:pt x="1800000" y="93185"/>
                    <a:pt x="1800000" y="208134"/>
                  </a:cubicBezTo>
                  <a:lnTo>
                    <a:pt x="1800000" y="341135"/>
                  </a:lnTo>
                  <a:lnTo>
                    <a:pt x="1800000" y="342000"/>
                  </a:lnTo>
                  <a:lnTo>
                    <a:pt x="1800000" y="462289"/>
                  </a:lnTo>
                  <a:lnTo>
                    <a:pt x="1815760" y="545928"/>
                  </a:lnTo>
                  <a:cubicBezTo>
                    <a:pt x="1847357" y="625966"/>
                    <a:pt x="1921326" y="682127"/>
                    <a:pt x="2007538" y="682127"/>
                  </a:cubicBezTo>
                  <a:lnTo>
                    <a:pt x="2140539" y="682127"/>
                  </a:lnTo>
                  <a:lnTo>
                    <a:pt x="2140539" y="683135"/>
                  </a:lnTo>
                  <a:lnTo>
                    <a:pt x="1800000" y="683135"/>
                  </a:lnTo>
                  <a:lnTo>
                    <a:pt x="1799404" y="683135"/>
                  </a:lnTo>
                  <a:lnTo>
                    <a:pt x="0" y="6831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1" hasCustomPrompt="1"/>
          </p:nvPr>
        </p:nvSpPr>
        <p:spPr>
          <a:xfrm>
            <a:off x="195884" y="202406"/>
            <a:ext cx="1575134" cy="280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一、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14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69989" y="540330"/>
            <a:ext cx="1575134" cy="280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（一）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9" name="灯片编号占位符 2"/>
          <p:cNvSpPr txBox="1"/>
          <p:nvPr userDrawn="1"/>
        </p:nvSpPr>
        <p:spPr>
          <a:xfrm>
            <a:off x="11585542" y="6522541"/>
            <a:ext cx="606458" cy="335459"/>
          </a:xfrm>
          <a:prstGeom prst="rect">
            <a:avLst/>
          </a:prstGeom>
        </p:spPr>
        <p:txBody>
          <a:bodyPr vert="horz" lIns="138872" tIns="69436" rIns="138872" bIns="69436" rtlCol="0" anchor="ctr"/>
          <a:lstStyle>
            <a:defPPr>
              <a:defRPr lang="zh-CN"/>
            </a:defPPr>
            <a:lvl1pPr marL="0" algn="r" defTabSz="694055" rtl="0" eaLnBrk="1" latinLnBrk="0" hangingPunct="1">
              <a:defRPr sz="11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405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8874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8280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7154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6235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6029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4980" algn="l" defTabSz="694055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94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226F55-E2FD-E54C-80AC-CD12557D5773}" type="slidenum">
              <a:rPr kumimoji="1" lang="zh-CN" altLang="en-US" sz="112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9900" y="1705943"/>
            <a:ext cx="10927080" cy="558496"/>
          </a:xfrm>
          <a:prstGeom prst="rect">
            <a:avLst/>
          </a:prstGeom>
        </p:spPr>
        <p:txBody>
          <a:bodyPr>
            <a:normAutofit/>
          </a:bodyPr>
          <a:lstStyle>
            <a:lvl1pPr marL="447675" indent="-26543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微软雅黑" panose="020B0503020204020204" charset="-122"/>
              <a:buChar char="−"/>
              <a:defRPr sz="1600" b="0">
                <a:latin typeface="微软雅黑" panose="020B0503020204020204" charset="-122"/>
                <a:ea typeface="微软雅黑" panose="020B0503020204020204" charset="-122"/>
              </a:defRPr>
            </a:lvl1pPr>
            <a:lvl2pPr marL="92075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</a:lstStyle>
          <a:p>
            <a:pPr lvl="0"/>
            <a:r>
              <a:rPr lang="zh-CN" altLang="en-US" dirty="0"/>
              <a:t>二级标题，微软雅黑，</a:t>
            </a:r>
            <a:r>
              <a:rPr lang="en-US" altLang="zh-CN" dirty="0"/>
              <a:t>16</a:t>
            </a:r>
            <a:r>
              <a:rPr lang="zh-CN" altLang="en-US" dirty="0"/>
              <a:t>号，行间距</a:t>
            </a:r>
            <a:r>
              <a:rPr lang="en-US" altLang="zh-CN" dirty="0"/>
              <a:t>1.5</a:t>
            </a:r>
            <a:r>
              <a:rPr lang="zh-CN" altLang="en-US" dirty="0"/>
              <a:t>倍，不加粗</a:t>
            </a:r>
            <a:endParaRPr lang="en-US" altLang="zh-CN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469900" y="969264"/>
            <a:ext cx="10927080" cy="558496"/>
          </a:xfrm>
          <a:prstGeom prst="rect">
            <a:avLst/>
          </a:prstGeom>
        </p:spPr>
        <p:txBody>
          <a:bodyPr anchor="t"/>
          <a:lstStyle>
            <a:lvl1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一级标题，观点性描述：微软雅黑，</a:t>
            </a:r>
            <a:r>
              <a:rPr lang="en-US" altLang="zh-CN" dirty="0"/>
              <a:t>20</a:t>
            </a:r>
            <a:r>
              <a:rPr lang="zh-CN" altLang="en-US" dirty="0"/>
              <a:t>号，行间距</a:t>
            </a:r>
            <a:r>
              <a:rPr lang="en-US" altLang="zh-CN" dirty="0"/>
              <a:t>1.5</a:t>
            </a:r>
            <a:r>
              <a:rPr lang="zh-CN" altLang="en-US" dirty="0"/>
              <a:t>倍，加粗</a:t>
            </a:r>
            <a:endParaRPr lang="zh-CN" altLang="en-US" dirty="0"/>
          </a:p>
        </p:txBody>
      </p:sp>
      <p:sp>
        <p:nvSpPr>
          <p:cNvPr id="17" name="矩形 16"/>
          <p:cNvSpPr/>
          <p:nvPr userDrawn="1"/>
        </p:nvSpPr>
        <p:spPr>
          <a:xfrm>
            <a:off x="-491596" y="1075480"/>
            <a:ext cx="417705" cy="462675"/>
          </a:xfrm>
          <a:prstGeom prst="rect">
            <a:avLst/>
          </a:prstGeom>
          <a:solidFill>
            <a:srgbClr val="5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491596" y="1620981"/>
            <a:ext cx="417705" cy="4626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-491596" y="2269468"/>
            <a:ext cx="417705" cy="46267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860884" y="232779"/>
            <a:ext cx="10261127" cy="47106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微软雅黑，</a:t>
            </a:r>
            <a:r>
              <a:rPr lang="en-US" altLang="zh-CN" dirty="0"/>
              <a:t>22</a:t>
            </a:r>
            <a:r>
              <a:rPr lang="zh-CN" altLang="en-US" dirty="0"/>
              <a:t>号，加粗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" y="121083"/>
            <a:ext cx="12192000" cy="751636"/>
            <a:chOff x="-1" y="58366"/>
            <a:chExt cx="12413673" cy="751636"/>
          </a:xfrm>
          <a:solidFill>
            <a:srgbClr val="A50606"/>
          </a:solidFill>
        </p:grpSpPr>
        <p:sp>
          <p:nvSpPr>
            <p:cNvPr id="15" name="矩形 14"/>
            <p:cNvSpPr/>
            <p:nvPr userDrawn="1"/>
          </p:nvSpPr>
          <p:spPr>
            <a:xfrm>
              <a:off x="-1" y="738002"/>
              <a:ext cx="12413673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任意多边形: 形状 6"/>
            <p:cNvSpPr/>
            <p:nvPr userDrawn="1"/>
          </p:nvSpPr>
          <p:spPr>
            <a:xfrm>
              <a:off x="0" y="58366"/>
              <a:ext cx="2140539" cy="683135"/>
            </a:xfrm>
            <a:custGeom>
              <a:avLst/>
              <a:gdLst>
                <a:gd name="connsiteX0" fmla="*/ 0 w 2140539"/>
                <a:gd name="connsiteY0" fmla="*/ 0 h 683135"/>
                <a:gd name="connsiteX1" fmla="*/ 1572683 w 2140539"/>
                <a:gd name="connsiteY1" fmla="*/ 0 h 683135"/>
                <a:gd name="connsiteX2" fmla="*/ 1800000 w 2140539"/>
                <a:gd name="connsiteY2" fmla="*/ 208134 h 683135"/>
                <a:gd name="connsiteX3" fmla="*/ 1800000 w 2140539"/>
                <a:gd name="connsiteY3" fmla="*/ 341135 h 683135"/>
                <a:gd name="connsiteX4" fmla="*/ 1800000 w 2140539"/>
                <a:gd name="connsiteY4" fmla="*/ 342000 h 683135"/>
                <a:gd name="connsiteX5" fmla="*/ 1800000 w 2140539"/>
                <a:gd name="connsiteY5" fmla="*/ 462289 h 683135"/>
                <a:gd name="connsiteX6" fmla="*/ 1815760 w 2140539"/>
                <a:gd name="connsiteY6" fmla="*/ 545928 h 683135"/>
                <a:gd name="connsiteX7" fmla="*/ 2007538 w 2140539"/>
                <a:gd name="connsiteY7" fmla="*/ 682127 h 683135"/>
                <a:gd name="connsiteX8" fmla="*/ 2140539 w 2140539"/>
                <a:gd name="connsiteY8" fmla="*/ 682127 h 683135"/>
                <a:gd name="connsiteX9" fmla="*/ 2140539 w 2140539"/>
                <a:gd name="connsiteY9" fmla="*/ 683135 h 683135"/>
                <a:gd name="connsiteX10" fmla="*/ 1800000 w 2140539"/>
                <a:gd name="connsiteY10" fmla="*/ 683135 h 683135"/>
                <a:gd name="connsiteX11" fmla="*/ 1799404 w 2140539"/>
                <a:gd name="connsiteY11" fmla="*/ 683135 h 683135"/>
                <a:gd name="connsiteX12" fmla="*/ 0 w 2140539"/>
                <a:gd name="connsiteY12" fmla="*/ 683135 h 68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40539" h="683135">
                  <a:moveTo>
                    <a:pt x="0" y="0"/>
                  </a:moveTo>
                  <a:lnTo>
                    <a:pt x="1572683" y="0"/>
                  </a:lnTo>
                  <a:cubicBezTo>
                    <a:pt x="1698226" y="0"/>
                    <a:pt x="1800000" y="93185"/>
                    <a:pt x="1800000" y="208134"/>
                  </a:cubicBezTo>
                  <a:lnTo>
                    <a:pt x="1800000" y="341135"/>
                  </a:lnTo>
                  <a:lnTo>
                    <a:pt x="1800000" y="342000"/>
                  </a:lnTo>
                  <a:lnTo>
                    <a:pt x="1800000" y="462289"/>
                  </a:lnTo>
                  <a:lnTo>
                    <a:pt x="1815760" y="545928"/>
                  </a:lnTo>
                  <a:cubicBezTo>
                    <a:pt x="1847357" y="625966"/>
                    <a:pt x="1921326" y="682127"/>
                    <a:pt x="2007538" y="682127"/>
                  </a:cubicBezTo>
                  <a:lnTo>
                    <a:pt x="2140539" y="682127"/>
                  </a:lnTo>
                  <a:lnTo>
                    <a:pt x="2140539" y="683135"/>
                  </a:lnTo>
                  <a:lnTo>
                    <a:pt x="1800000" y="683135"/>
                  </a:lnTo>
                  <a:lnTo>
                    <a:pt x="1799404" y="683135"/>
                  </a:lnTo>
                  <a:lnTo>
                    <a:pt x="0" y="6831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7" name="内容占位符 16"/>
          <p:cNvSpPr>
            <a:spLocks noGrp="1"/>
          </p:cNvSpPr>
          <p:nvPr>
            <p:ph sz="quarter" idx="11" hasCustomPrompt="1"/>
          </p:nvPr>
        </p:nvSpPr>
        <p:spPr>
          <a:xfrm>
            <a:off x="195884" y="202406"/>
            <a:ext cx="1575134" cy="280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一、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18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69989" y="540330"/>
            <a:ext cx="1575134" cy="2809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（一）</a:t>
            </a:r>
            <a:r>
              <a:rPr lang="en-US" altLang="zh-CN" dirty="0"/>
              <a:t>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11568608" y="6444602"/>
            <a:ext cx="61341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600" dirty="0">
              <a:solidFill>
                <a:prstClr val="black">
                  <a:tint val="7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8892" y="74844"/>
            <a:ext cx="1602438" cy="9013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矩形 2"/>
          <p:cNvSpPr/>
          <p:nvPr userDrawn="1"/>
        </p:nvSpPr>
        <p:spPr>
          <a:xfrm>
            <a:off x="9816353" y="202458"/>
            <a:ext cx="2164976" cy="8290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no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48581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1223876" y="2756230"/>
            <a:ext cx="9744253" cy="12488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2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023789" y="4005043"/>
            <a:ext cx="6144427" cy="4810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2097152" name="图片 3"/>
          <p:cNvPicPr>
            <a:picLocks noChangeAspect="1"/>
          </p:cNvPicPr>
          <p:nvPr userDrawn="1"/>
        </p:nvPicPr>
        <p:blipFill rotWithShape="1">
          <a:blip r:embed="rId3"/>
          <a:srcRect l="63705" r="12267"/>
          <a:stretch>
            <a:fillRect/>
          </a:stretch>
        </p:blipFill>
        <p:spPr>
          <a:xfrm>
            <a:off x="11047313" y="13478"/>
            <a:ext cx="995680" cy="107872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date"/>
          <p:cNvSpPr txBox="1">
            <a:spLocks noChangeArrowheads="1"/>
          </p:cNvSpPr>
          <p:nvPr/>
        </p:nvSpPr>
        <p:spPr bwMode="auto">
          <a:xfrm>
            <a:off x="3475895" y="3909337"/>
            <a:ext cx="5151967" cy="1331912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lIns="109247" tIns="54623" rIns="109247" bIns="54623" anchor="ctr"/>
          <a:lstStyle/>
          <a:p>
            <a:pPr algn="ctr" defTabSz="1094105" fontAlgn="base">
              <a:spcBef>
                <a:spcPct val="30000"/>
              </a:spcBef>
              <a:spcAft>
                <a:spcPct val="10000"/>
              </a:spcAft>
            </a:pPr>
            <a:r>
              <a:rPr kumimoji="1" lang="zh-CN" altLang="en-US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第</a:t>
            </a:r>
            <a:r>
              <a:rPr kumimoji="1" lang="en-US" altLang="zh-CN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XX</a:t>
            </a:r>
            <a:r>
              <a:rPr kumimoji="1" lang="zh-CN" altLang="en-US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组</a:t>
            </a:r>
            <a:endParaRPr kumimoji="1" lang="zh-CN" altLang="en-US" sz="2135" b="1" dirty="0">
              <a:solidFill>
                <a:schemeClr val="bg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 defTabSz="1094105" fontAlgn="base">
              <a:spcBef>
                <a:spcPct val="30000"/>
              </a:spcBef>
              <a:spcAft>
                <a:spcPct val="10000"/>
              </a:spcAft>
            </a:pPr>
            <a:r>
              <a:rPr kumimoji="1" lang="en-US" altLang="zh-CN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2026</a:t>
            </a:r>
            <a:r>
              <a:rPr kumimoji="1" lang="zh-CN" altLang="en-US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年</a:t>
            </a:r>
            <a:r>
              <a:rPr kumimoji="1" lang="en-US" altLang="zh-CN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kumimoji="1" lang="zh-CN" altLang="en-US" sz="2135" b="1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月</a:t>
            </a:r>
            <a:endParaRPr kumimoji="1" lang="zh-CN" altLang="en-US" sz="2135" b="1" dirty="0">
              <a:solidFill>
                <a:schemeClr val="bg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48584" name="Line 4"/>
          <p:cNvSpPr>
            <a:spLocks noChangeShapeType="1"/>
          </p:cNvSpPr>
          <p:nvPr/>
        </p:nvSpPr>
        <p:spPr bwMode="auto">
          <a:xfrm>
            <a:off x="2134264" y="3744389"/>
            <a:ext cx="7943849" cy="0"/>
          </a:xfrm>
          <a:prstGeom prst="line">
            <a:avLst/>
          </a:prstGeom>
          <a:noFill/>
          <a:ln w="19050">
            <a:solidFill>
              <a:srgbClr val="FFFFFF">
                <a:lumMod val="65000"/>
              </a:srgbClr>
            </a:solidFill>
            <a:round/>
          </a:ln>
        </p:spPr>
        <p:txBody>
          <a:bodyPr wrap="none" lIns="109387" tIns="54693" rIns="109387" bIns="54693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8582" name="矩形 8"/>
          <p:cNvSpPr/>
          <p:nvPr/>
        </p:nvSpPr>
        <p:spPr>
          <a:xfrm>
            <a:off x="667498" y="2151857"/>
            <a:ext cx="1114742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zh-CN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</a:t>
            </a:r>
            <a:r>
              <a:rPr lang="zh-CN" altLang="en-US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产品营销研讨汇报</a:t>
            </a:r>
            <a:endParaRPr lang="zh-CN" altLang="en-US" sz="4400" b="1" kern="1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 1"/>
          <p:cNvGrpSpPr/>
          <p:nvPr/>
        </p:nvGrpSpPr>
        <p:grpSpPr>
          <a:xfrm>
            <a:off x="1242389" y="733641"/>
            <a:ext cx="1729128" cy="1159031"/>
            <a:chOff x="5949391" y="2308280"/>
            <a:chExt cx="2779199" cy="1862894"/>
          </a:xfrm>
        </p:grpSpPr>
        <p:sp>
          <p:nvSpPr>
            <p:cNvPr id="16" name="文本框 20"/>
            <p:cNvSpPr>
              <a:spLocks noChangeArrowheads="1"/>
            </p:cNvSpPr>
            <p:nvPr/>
          </p:nvSpPr>
          <p:spPr bwMode="auto">
            <a:xfrm>
              <a:off x="6085470" y="2308280"/>
              <a:ext cx="2417255" cy="1256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8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448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49391" y="3468721"/>
              <a:ext cx="2779199" cy="702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4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en-US" altLang="zh-CN" sz="224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049685" y="2538415"/>
            <a:ext cx="5985371" cy="558847"/>
            <a:chOff x="2530488" y="2521710"/>
            <a:chExt cx="6480846" cy="658861"/>
          </a:xfrm>
        </p:grpSpPr>
        <p:sp>
          <p:nvSpPr>
            <p:cNvPr id="3" name="流程图: 延期 2"/>
            <p:cNvSpPr/>
            <p:nvPr>
              <p:custDataLst>
                <p:tags r:id="rId2"/>
              </p:custDataLst>
            </p:nvPr>
          </p:nvSpPr>
          <p:spPr>
            <a:xfrm flipH="1">
              <a:off x="2530488" y="2521710"/>
              <a:ext cx="691783" cy="652339"/>
            </a:xfrm>
            <a:prstGeom prst="flowChartDelay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2654135" y="2605631"/>
              <a:ext cx="477666" cy="471716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3347503" y="2527544"/>
              <a:ext cx="5663831" cy="6530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产品理解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3049685" y="3297779"/>
            <a:ext cx="5985370" cy="557536"/>
            <a:chOff x="2530488" y="3335738"/>
            <a:chExt cx="6480845" cy="657316"/>
          </a:xfrm>
          <a:solidFill>
            <a:schemeClr val="bg1">
              <a:lumMod val="65000"/>
            </a:schemeClr>
          </a:solidFill>
        </p:grpSpPr>
        <p:sp>
          <p:nvSpPr>
            <p:cNvPr id="10" name="流程图: 延期 9"/>
            <p:cNvSpPr/>
            <p:nvPr>
              <p:custDataLst>
                <p:tags r:id="rId6"/>
              </p:custDataLst>
            </p:nvPr>
          </p:nvSpPr>
          <p:spPr>
            <a:xfrm flipH="1">
              <a:off x="2530488" y="333573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2654135" y="3419659"/>
              <a:ext cx="477666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8"/>
              </p:custDataLst>
            </p:nvPr>
          </p:nvSpPr>
          <p:spPr>
            <a:xfrm>
              <a:off x="3347505" y="3340027"/>
              <a:ext cx="5663828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研讨主题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3049685" y="4121859"/>
            <a:ext cx="5985371" cy="556226"/>
            <a:chOff x="2530487" y="4467818"/>
            <a:chExt cx="6166251" cy="655771"/>
          </a:xfrm>
          <a:solidFill>
            <a:schemeClr val="bg1">
              <a:lumMod val="65000"/>
            </a:schemeClr>
          </a:solidFill>
        </p:grpSpPr>
        <p:sp>
          <p:nvSpPr>
            <p:cNvPr id="26" name="流程图: 延期 25"/>
            <p:cNvSpPr/>
            <p:nvPr>
              <p:custDataLst>
                <p:tags r:id="rId10"/>
              </p:custDataLst>
            </p:nvPr>
          </p:nvSpPr>
          <p:spPr>
            <a:xfrm flipH="1">
              <a:off x="2530487" y="446781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2677321" y="4551739"/>
              <a:ext cx="454479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三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2"/>
              </p:custDataLst>
            </p:nvPr>
          </p:nvSpPr>
          <p:spPr>
            <a:xfrm>
              <a:off x="3347504" y="4470562"/>
              <a:ext cx="5349234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研讨总结</a:t>
              </a:r>
              <a:endParaRPr kumimoji="0" 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sz="quarter" idx="11"/>
          </p:nvPr>
        </p:nvSpPr>
        <p:spPr>
          <a:xfrm>
            <a:off x="135559" y="257016"/>
            <a:ext cx="1575134" cy="280987"/>
          </a:xfrm>
        </p:spPr>
        <p:txBody>
          <a:bodyPr>
            <a:noAutofit/>
          </a:bodyPr>
          <a:lstStyle/>
          <a:p>
            <a:r>
              <a:rPr lang="zh-CN" altLang="en-US" b="1"/>
              <a:t>一、产品理解</a:t>
            </a:r>
            <a:endParaRPr lang="zh-CN" altLang="en-US" b="1"/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13155" y="2084070"/>
            <a:ext cx="2541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主要是对产品核心功能的理解，及产品适用场景分析</a:t>
            </a:r>
            <a:endParaRPr lang="zh-CN" altLang="en-US"/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 1"/>
          <p:cNvGrpSpPr/>
          <p:nvPr/>
        </p:nvGrpSpPr>
        <p:grpSpPr>
          <a:xfrm>
            <a:off x="1242389" y="733641"/>
            <a:ext cx="1729128" cy="1159031"/>
            <a:chOff x="5949391" y="2308280"/>
            <a:chExt cx="2779199" cy="1862894"/>
          </a:xfrm>
        </p:grpSpPr>
        <p:sp>
          <p:nvSpPr>
            <p:cNvPr id="16" name="文本框 20"/>
            <p:cNvSpPr>
              <a:spLocks noChangeArrowheads="1"/>
            </p:cNvSpPr>
            <p:nvPr/>
          </p:nvSpPr>
          <p:spPr bwMode="auto">
            <a:xfrm>
              <a:off x="6085470" y="2308280"/>
              <a:ext cx="2417255" cy="1256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8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448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49391" y="3468721"/>
              <a:ext cx="2779199" cy="702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4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en-US" altLang="zh-CN" sz="224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049685" y="2538415"/>
            <a:ext cx="5985371" cy="558847"/>
            <a:chOff x="2530488" y="2521710"/>
            <a:chExt cx="6480846" cy="658861"/>
          </a:xfrm>
          <a:solidFill>
            <a:srgbClr val="A6A6A6"/>
          </a:solidFill>
        </p:grpSpPr>
        <p:sp>
          <p:nvSpPr>
            <p:cNvPr id="3" name="流程图: 延期 2"/>
            <p:cNvSpPr/>
            <p:nvPr>
              <p:custDataLst>
                <p:tags r:id="rId2"/>
              </p:custDataLst>
            </p:nvPr>
          </p:nvSpPr>
          <p:spPr>
            <a:xfrm flipH="1">
              <a:off x="2530488" y="2521710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2654135" y="2605631"/>
              <a:ext cx="477666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3347503" y="2527544"/>
              <a:ext cx="5663831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产品理解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3049685" y="3297779"/>
            <a:ext cx="5985370" cy="557536"/>
            <a:chOff x="2530488" y="3335738"/>
            <a:chExt cx="6480845" cy="657316"/>
          </a:xfrm>
          <a:solidFill>
            <a:srgbClr val="C00000"/>
          </a:solidFill>
        </p:grpSpPr>
        <p:sp>
          <p:nvSpPr>
            <p:cNvPr id="10" name="流程图: 延期 9"/>
            <p:cNvSpPr/>
            <p:nvPr>
              <p:custDataLst>
                <p:tags r:id="rId6"/>
              </p:custDataLst>
            </p:nvPr>
          </p:nvSpPr>
          <p:spPr>
            <a:xfrm flipH="1">
              <a:off x="2530488" y="333573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2654135" y="3419659"/>
              <a:ext cx="477666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8"/>
              </p:custDataLst>
            </p:nvPr>
          </p:nvSpPr>
          <p:spPr>
            <a:xfrm>
              <a:off x="3347505" y="3340027"/>
              <a:ext cx="5663828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研讨主题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3049685" y="4121859"/>
            <a:ext cx="5985371" cy="556226"/>
            <a:chOff x="2530487" y="4467818"/>
            <a:chExt cx="6166251" cy="655771"/>
          </a:xfrm>
          <a:solidFill>
            <a:schemeClr val="bg1">
              <a:lumMod val="65000"/>
            </a:schemeClr>
          </a:solidFill>
        </p:grpSpPr>
        <p:sp>
          <p:nvSpPr>
            <p:cNvPr id="26" name="流程图: 延期 25"/>
            <p:cNvSpPr/>
            <p:nvPr>
              <p:custDataLst>
                <p:tags r:id="rId10"/>
              </p:custDataLst>
            </p:nvPr>
          </p:nvSpPr>
          <p:spPr>
            <a:xfrm flipH="1">
              <a:off x="2530487" y="446781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2677321" y="4551739"/>
              <a:ext cx="454479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三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2"/>
              </p:custDataLst>
            </p:nvPr>
          </p:nvSpPr>
          <p:spPr>
            <a:xfrm>
              <a:off x="3347504" y="4470562"/>
              <a:ext cx="5349234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研讨总结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sz="quarter" idx="11"/>
          </p:nvPr>
        </p:nvSpPr>
        <p:spPr>
          <a:xfrm>
            <a:off x="135559" y="257016"/>
            <a:ext cx="1575134" cy="280987"/>
          </a:xfrm>
        </p:spPr>
        <p:txBody>
          <a:bodyPr>
            <a:noAutofit/>
          </a:bodyPr>
          <a:lstStyle/>
          <a:p>
            <a:r>
              <a:rPr lang="zh-CN" altLang="en-US" b="1"/>
              <a:t>二、研讨主题</a:t>
            </a:r>
            <a:endParaRPr lang="zh-CN" altLang="en-US" b="1"/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13155" y="2084070"/>
            <a:ext cx="2541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针对发布的研讨任务，完成研讨内容编辑</a:t>
            </a:r>
            <a:endParaRPr lang="zh-CN" altLang="en-US"/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 1"/>
          <p:cNvGrpSpPr/>
          <p:nvPr/>
        </p:nvGrpSpPr>
        <p:grpSpPr>
          <a:xfrm>
            <a:off x="1242389" y="733641"/>
            <a:ext cx="1729128" cy="1159031"/>
            <a:chOff x="5949391" y="2308280"/>
            <a:chExt cx="2779199" cy="1862894"/>
          </a:xfrm>
        </p:grpSpPr>
        <p:sp>
          <p:nvSpPr>
            <p:cNvPr id="16" name="文本框 20"/>
            <p:cNvSpPr>
              <a:spLocks noChangeArrowheads="1"/>
            </p:cNvSpPr>
            <p:nvPr/>
          </p:nvSpPr>
          <p:spPr bwMode="auto">
            <a:xfrm>
              <a:off x="6085470" y="2308280"/>
              <a:ext cx="2417255" cy="1256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8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448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49391" y="3468721"/>
              <a:ext cx="2779199" cy="702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4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en-US" altLang="zh-CN" sz="224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049685" y="2538415"/>
            <a:ext cx="5985371" cy="558847"/>
            <a:chOff x="2530488" y="2521710"/>
            <a:chExt cx="6480846" cy="658861"/>
          </a:xfrm>
          <a:solidFill>
            <a:srgbClr val="A6A6A6"/>
          </a:solidFill>
        </p:grpSpPr>
        <p:sp>
          <p:nvSpPr>
            <p:cNvPr id="3" name="流程图: 延期 2"/>
            <p:cNvSpPr/>
            <p:nvPr>
              <p:custDataLst>
                <p:tags r:id="rId2"/>
              </p:custDataLst>
            </p:nvPr>
          </p:nvSpPr>
          <p:spPr>
            <a:xfrm flipH="1">
              <a:off x="2530488" y="2521710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2654135" y="2605631"/>
              <a:ext cx="477666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3347503" y="2527544"/>
              <a:ext cx="5663831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产品理解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3049685" y="3297779"/>
            <a:ext cx="5985370" cy="557536"/>
            <a:chOff x="2530488" y="3335738"/>
            <a:chExt cx="6480845" cy="657316"/>
          </a:xfrm>
          <a:solidFill>
            <a:srgbClr val="A6A6A6"/>
          </a:solidFill>
        </p:grpSpPr>
        <p:sp>
          <p:nvSpPr>
            <p:cNvPr id="10" name="流程图: 延期 9"/>
            <p:cNvSpPr/>
            <p:nvPr>
              <p:custDataLst>
                <p:tags r:id="rId6"/>
              </p:custDataLst>
            </p:nvPr>
          </p:nvSpPr>
          <p:spPr>
            <a:xfrm flipH="1">
              <a:off x="2530488" y="333573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2654135" y="3419659"/>
              <a:ext cx="477666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二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8"/>
              </p:custDataLst>
            </p:nvPr>
          </p:nvSpPr>
          <p:spPr>
            <a:xfrm>
              <a:off x="3347505" y="3340027"/>
              <a:ext cx="5663828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研讨主题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3049685" y="4121859"/>
            <a:ext cx="5985371" cy="556226"/>
            <a:chOff x="2530487" y="4467818"/>
            <a:chExt cx="6166251" cy="655771"/>
          </a:xfrm>
          <a:solidFill>
            <a:srgbClr val="C00000"/>
          </a:solidFill>
        </p:grpSpPr>
        <p:sp>
          <p:nvSpPr>
            <p:cNvPr id="26" name="流程图: 延期 25"/>
            <p:cNvSpPr/>
            <p:nvPr>
              <p:custDataLst>
                <p:tags r:id="rId10"/>
              </p:custDataLst>
            </p:nvPr>
          </p:nvSpPr>
          <p:spPr>
            <a:xfrm flipH="1">
              <a:off x="2530487" y="4467818"/>
              <a:ext cx="691783" cy="652339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2677321" y="4551739"/>
              <a:ext cx="454479" cy="47171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r" defTabSz="6940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微软雅黑" panose="020B0503020204020204" charset="-122"/>
                  <a:cs typeface="+mn-ea"/>
                  <a:sym typeface="+mn-lt"/>
                </a:rPr>
                <a:t>三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2"/>
              </p:custDataLst>
            </p:nvPr>
          </p:nvSpPr>
          <p:spPr>
            <a:xfrm>
              <a:off x="3347504" y="4470562"/>
              <a:ext cx="5349234" cy="6530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研讨总结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sz="quarter" idx="11"/>
          </p:nvPr>
        </p:nvSpPr>
        <p:spPr>
          <a:xfrm>
            <a:off x="135559" y="257016"/>
            <a:ext cx="1575134" cy="280987"/>
          </a:xfrm>
        </p:spPr>
        <p:txBody>
          <a:bodyPr>
            <a:noAutofit/>
          </a:bodyPr>
          <a:lstStyle/>
          <a:p>
            <a:r>
              <a:rPr lang="zh-CN" altLang="en-US" b="1"/>
              <a:t>三、研讨总结</a:t>
            </a:r>
            <a:endParaRPr lang="zh-CN" altLang="en-US" b="1"/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13155" y="2084070"/>
            <a:ext cx="2541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根据研讨，做出总结及行动计划等</a:t>
            </a:r>
            <a:endParaRPr lang="zh-CN" altLang="en-US"/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2026-05-27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59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0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1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2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3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4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5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6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7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8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69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0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1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2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3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4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5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6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7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8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79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0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1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2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3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4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5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6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7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8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89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90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91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92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ags/tag93.xml><?xml version="1.0" encoding="utf-8"?>
<p:tagLst xmlns:p="http://schemas.openxmlformats.org/presentationml/2006/main">
  <p:tag name="KSO_WM_DIAGRAM_VIRTUALLY_FRAME" val="{&quot;height&quot;:324.90181102362203,&quot;left&quot;:203.31960629921258,&quot;top&quot;:75.37519685039369,&quot;width&quot;:539.860787401574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WPS 演示</Application>
  <PresentationFormat>宽屏</PresentationFormat>
  <Paragraphs>65</Paragraphs>
  <Slides>7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微软雅黑</vt:lpstr>
      <vt:lpstr>Arial</vt:lpstr>
      <vt:lpstr>Calibri</vt:lpstr>
      <vt:lpstr>Times New Roman</vt:lpstr>
      <vt:lpstr>等线</vt:lpstr>
      <vt:lpstr>楷体</vt:lpstr>
      <vt:lpstr>华文楷体</vt:lpstr>
      <vt:lpstr>Calibri</vt:lpstr>
      <vt:lpstr>-apple-system</vt:lpstr>
      <vt:lpstr>FFont-Family</vt:lpstr>
      <vt:lpstr>方正兰亭中黑简体</vt:lpstr>
      <vt:lpstr>Microsoft YaHei Bold</vt:lpstr>
      <vt:lpstr>Times New Roman</vt:lpstr>
      <vt:lpstr>仿宋</vt:lpstr>
      <vt:lpstr>等线 Light</vt:lpstr>
      <vt:lpstr>Open Sans Light</vt:lpstr>
      <vt:lpstr>Arial Unicode MS</vt:lpstr>
      <vt:lpstr>思源黑体 CN Heavy</vt:lpstr>
      <vt:lpstr>黑体</vt:lpstr>
      <vt:lpstr>华文细黑</vt:lpstr>
      <vt:lpstr>KSOFBD29610E</vt:lpstr>
      <vt:lpstr>-apple-system</vt:lpstr>
      <vt:lpstr>Microsoft YaHei Bold</vt:lpstr>
      <vt:lpstr>思源黑体 CN Heavy</vt:lpstr>
      <vt:lpstr>方正兰亭中黑简体</vt:lpstr>
      <vt:lpstr>Be Happy</vt:lpstr>
      <vt:lpstr>Kata Bold</vt:lpstr>
      <vt:lpstr>兰米黑体</vt:lpstr>
      <vt:lpstr>WPS</vt:lpstr>
      <vt:lpstr>PowerPoint 演示文稿</vt:lpstr>
      <vt:lpstr>PowerPoint 演示文稿</vt:lpstr>
      <vt:lpstr>1、科技成果转化效能逐步提升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shawn-xy</dc:creator>
  <cp:lastModifiedBy>怪怪…真的有效</cp:lastModifiedBy>
  <cp:revision>189</cp:revision>
  <dcterms:created xsi:type="dcterms:W3CDTF">2019-06-19T02:08:00Z</dcterms:created>
  <dcterms:modified xsi:type="dcterms:W3CDTF">2026-05-20T07:58:28Z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5a780c13-2227-42c6-8552-2c947e23ea62","ReservedCode1":"7a0e735b-aa94-4d49-be16-cfd71b98cd39","ContentPropagator":"001191110102MAD55U9H0F10002","PropagateID":"5a780c13-2227-42c6-8552-2c947e23ea62","ReservedCode2":"7a0e735b-aa94-4d49-be16-cfd71b98cd39"}</vt:lpwstr>
  </property>
</Properties>
</file>